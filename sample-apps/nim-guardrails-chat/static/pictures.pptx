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61" r:id="rId4"/>
    <p:sldMasterId id="2147484443" r:id="rId5"/>
    <p:sldMasterId id="2147484465" r:id="rId6"/>
  </p:sldMasterIdLst>
  <p:notesMasterIdLst>
    <p:notesMasterId r:id="rId10"/>
  </p:notesMasterIdLst>
  <p:handoutMasterIdLst>
    <p:handoutMasterId r:id="rId11"/>
  </p:handoutMasterIdLst>
  <p:sldIdLst>
    <p:sldId id="2147483607" r:id="rId7"/>
    <p:sldId id="2147483608" r:id="rId8"/>
    <p:sldId id="214748363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1C336792-6781-FE4B-9D05-284068487FDB}">
          <p14:sldIdLst/>
        </p14:section>
        <p14:section name="Slides" id="{49885F25-B79B-294C-BC22-D5079CF0C1B1}">
          <p14:sldIdLst>
            <p14:sldId id="2147483607"/>
            <p14:sldId id="2147483608"/>
            <p14:sldId id="2147483633"/>
          </p14:sldIdLst>
        </p14:section>
        <p14:section name="Starter Slides" id="{60ADEBE7-C73F-4B4F-B98A-081C9E9BD24B}">
          <p14:sldIdLst/>
        </p14:section>
      </p14:sectionLst>
    </p:ext>
    <p:ext uri="{EFAFB233-063F-42B5-8137-9DF3F51BA10A}">
      <p15:sldGuideLst xmlns:p15="http://schemas.microsoft.com/office/powerpoint/2012/main">
        <p15:guide id="2" pos="2862" userDrawn="1">
          <p15:clr>
            <a:srgbClr val="A4A3A4"/>
          </p15:clr>
        </p15:guide>
        <p15:guide id="3" orient="horz" pos="984" userDrawn="1">
          <p15:clr>
            <a:srgbClr val="A4A3A4"/>
          </p15:clr>
        </p15:guide>
        <p15:guide id="4" orient="horz" pos="1498" userDrawn="1">
          <p15:clr>
            <a:srgbClr val="A4A3A4"/>
          </p15:clr>
        </p15:guide>
        <p15:guide id="5" orient="horz" pos="1584" userDrawn="1">
          <p15:clr>
            <a:srgbClr val="A4A3A4"/>
          </p15:clr>
        </p15:guide>
        <p15:guide id="6" orient="horz" pos="2089" userDrawn="1">
          <p15:clr>
            <a:srgbClr val="A4A3A4"/>
          </p15:clr>
        </p15:guide>
        <p15:guide id="7" orient="horz" pos="2184" userDrawn="1">
          <p15:clr>
            <a:srgbClr val="A4A3A4"/>
          </p15:clr>
        </p15:guide>
        <p15:guide id="8" orient="horz" pos="2697" userDrawn="1">
          <p15:clr>
            <a:srgbClr val="A4A3A4"/>
          </p15:clr>
        </p15:guide>
        <p15:guide id="9" orient="horz" pos="2784" userDrawn="1">
          <p15:clr>
            <a:srgbClr val="A4A3A4"/>
          </p15:clr>
        </p15:guide>
        <p15:guide id="10" orient="horz" pos="3293" userDrawn="1">
          <p15:clr>
            <a:srgbClr val="A4A3A4"/>
          </p15:clr>
        </p15:guide>
        <p15:guide id="11" orient="horz" pos="3381" userDrawn="1">
          <p15:clr>
            <a:srgbClr val="A4A3A4"/>
          </p15:clr>
        </p15:guide>
        <p15:guide id="12" orient="horz" pos="3888" userDrawn="1">
          <p15:clr>
            <a:srgbClr val="A4A3A4"/>
          </p15:clr>
        </p15:guide>
        <p15:guide id="13" orient="horz" userDrawn="1">
          <p15:clr>
            <a:srgbClr val="A4A3A4"/>
          </p15:clr>
        </p15:guide>
        <p15:guide id="14" pos="22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7F73519-A71C-F2C6-9071-CEACEA86D95D}" name="Erewa, Toni" initials="ET" userId="S::toni.erewa@dynatrace.com::a083b743-7a7f-4005-8f65-15fbc415b036" providerId="AD"/>
  <p188:author id="{D8A79A48-4A1E-81A1-A6B3-06D6A487F319}" name="Emily McDonald" initials="EM" userId="S::emily.m@stinson.co::1abcd3e3-1340-47fa-a12e-3b2b09e81e15" providerId="AD"/>
  <p188:author id="{C1E63661-04B9-2A70-163A-ECFBEFFE723E}" name="Umbach, Debbie" initials="UD" userId="S::debbie.umbach@dynatrace.com::6e5fb65f-d042-4a99-ba64-12c842631b82" providerId="AD"/>
  <p188:author id="{2E13DB6C-0B43-FB98-E5D1-CD0756603570}" name="Sims, Josh" initials="SJ" userId="S::josh.sims@dynatrace.com::49612728-8116-4575-b10b-51a5f72e9882" providerId="AD"/>
  <p188:author id="{BDA0A097-10B5-3F13-7D6B-02FF768C0835}" name="Seelye, Hannah" initials="SH" userId="S::hannah.seelye@dynatrace.com::4bdad6dd-1730-4bc3-8a70-96856c72f22c" providerId="AD"/>
  <p188:author id="{9C3449A1-88B7-E95A-FFF2-0889C0184C16}" name="Walker, Jessica" initials="" userId="S::Jessica.Walker@dynatrace.com::b9a8b3f9-fc93-447d-b942-32f07822a329" providerId="AD"/>
  <p188:author id="{EFE3E1D1-9FA8-54AD-114E-76541E48EE06}" name="Aylmer, Jed" initials="AJ" userId="S::jed.aylmer@dynatrace.com::063f29d7-db01-4138-a04c-586bd0c78c69" providerId="AD"/>
  <p188:author id="{197912D3-FC8A-6A9A-D53F-6521D9156398}" name="Tollefson, Nina" initials="TN" userId="S::nina.tollefson@dynatrace.com::e496fee5-b356-4526-b03f-9e2676692c29" providerId="AD"/>
  <p188:author id="{3AED70E9-261F-BA3F-D6BB-BD57C7D18CF6}" name="Walker, Jessica" initials="WJ" userId="S::jessica.walker@dynatrace.com::b9a8b3f9-fc93-447d-b942-32f07822a32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1AFF"/>
    <a:srgbClr val="00C68D"/>
    <a:srgbClr val="000000"/>
    <a:srgbClr val="5E66FF"/>
    <a:srgbClr val="0094FE"/>
    <a:srgbClr val="00A6C9"/>
    <a:srgbClr val="00C6C9"/>
    <a:srgbClr val="7BCFB6"/>
    <a:srgbClr val="9AFEE0"/>
    <a:srgbClr val="02B6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3219"/>
  </p:normalViewPr>
  <p:slideViewPr>
    <p:cSldViewPr snapToGrid="0">
      <p:cViewPr varScale="1">
        <p:scale>
          <a:sx n="100" d="100"/>
          <a:sy n="100" d="100"/>
        </p:scale>
        <p:origin x="1448" y="168"/>
      </p:cViewPr>
      <p:guideLst>
        <p:guide pos="2862"/>
        <p:guide orient="horz" pos="984"/>
        <p:guide orient="horz" pos="1498"/>
        <p:guide orient="horz" pos="1584"/>
        <p:guide orient="horz" pos="2089"/>
        <p:guide orient="horz" pos="2184"/>
        <p:guide orient="horz" pos="2697"/>
        <p:guide orient="horz" pos="2784"/>
        <p:guide orient="horz" pos="3293"/>
        <p:guide orient="horz" pos="3381"/>
        <p:guide orient="horz" pos="3888"/>
        <p:guide orient="horz"/>
        <p:guide pos="227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434A32-7511-8C43-93A3-DE9403D239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Bernina Sans Offc" panose="02000000000000000000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67D4B-0CFC-9A42-80C2-A558705BB3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BB3A80-9212-694F-9646-09E5B1B63663}" type="datetimeFigureOut">
              <a:rPr lang="en-US" smtClean="0">
                <a:latin typeface="Bernina Sans Offc" panose="02000000000000000000" pitchFamily="2" charset="77"/>
              </a:rPr>
              <a:t>9/30/26</a:t>
            </a:fld>
            <a:endParaRPr lang="en-US">
              <a:latin typeface="Bernina Sans Offc" panose="02000000000000000000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D3EF5-D65F-CE45-B8C0-982B5048D2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Bernina Sans Offc" panose="02000000000000000000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93D6A-87D5-7140-87ED-C6831CE618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22681-44E4-CF4F-8AB8-36CACAFE212E}" type="slidenum">
              <a:rPr lang="en-US" smtClean="0">
                <a:latin typeface="Bernina Sans Offc" panose="02000000000000000000" pitchFamily="2" charset="77"/>
              </a:rPr>
              <a:t>‹#›</a:t>
            </a:fld>
            <a:endParaRPr lang="en-US">
              <a:latin typeface="Bernina Sans Offc" panose="02000000000000000000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687474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Bernina Sans Offc" panose="02000000000000000000" pitchFamily="2" charset="77"/>
              </a:defRPr>
            </a:lvl1pPr>
          </a:lstStyle>
          <a:p>
            <a:fld id="{D0C2CEBF-44E1-424B-BDE3-1D18FF87BDBC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Bernina Sans Offc" panose="02000000000000000000" pitchFamily="2" charset="77"/>
              </a:defRPr>
            </a:lvl1pPr>
          </a:lstStyle>
          <a:p>
            <a:fld id="{E599A960-DA56-5541-9DBD-B49AD79C0B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39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Bernina Sans Offc" panose="02000000000000000000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e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svg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jpe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0.jpeg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4.svg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ish&#10;&#10;Description automatically generated">
            <a:extLst>
              <a:ext uri="{FF2B5EF4-FFF2-40B4-BE49-F238E27FC236}">
                <a16:creationId xmlns:a16="http://schemas.microsoft.com/office/drawing/2014/main" id="{DFA14054-1FFE-C980-BD15-B3129CAC9A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CCED6E7-AECB-A1B7-029F-E3389363E7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703532"/>
            <a:ext cx="10406958" cy="923330"/>
          </a:xfrm>
        </p:spPr>
        <p:txBody>
          <a:bodyPr wrap="square"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33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1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EDDBF19D-3B7F-B245-9C7A-EB51B8498F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F52411-3A7F-2D9B-A02B-4BCABFABA45E}"/>
              </a:ext>
            </a:extLst>
          </p:cNvPr>
          <p:cNvSpPr/>
          <p:nvPr userDrawn="1"/>
        </p:nvSpPr>
        <p:spPr>
          <a:xfrm>
            <a:off x="7577161" y="299558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82DB20-1962-F044-44D7-8541B55BB4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CF3DD0C-535E-6BC0-F190-A0FBED8F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A8388AB-B269-0DC6-427C-B30FDC830F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91664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C5B9020-6E03-334C-986D-E05A86DBB8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07235913-9932-8CEC-868A-5DB01F0470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BD677-5CE9-358D-4A7B-3BDEE786FE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339596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3E7D75D4-43E7-270D-D565-069EBE2E23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369244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B65D86-FF3A-49A1-F37B-59644F4F0855}"/>
              </a:ext>
            </a:extLst>
          </p:cNvPr>
          <p:cNvSpPr txBox="1">
            <a:spLocks/>
          </p:cNvSpPr>
          <p:nvPr userDrawn="1"/>
        </p:nvSpPr>
        <p:spPr>
          <a:xfrm>
            <a:off x="9047559" y="309295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822631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2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ish&#10;&#10;Description automatically generated">
            <a:extLst>
              <a:ext uri="{FF2B5EF4-FFF2-40B4-BE49-F238E27FC236}">
                <a16:creationId xmlns:a16="http://schemas.microsoft.com/office/drawing/2014/main" id="{A65EB9F5-972E-375B-30FD-BBAF7F4B89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2B327F0-D028-FD31-50E5-2E6699770D57}"/>
              </a:ext>
            </a:extLst>
          </p:cNvPr>
          <p:cNvSpPr/>
          <p:nvPr userDrawn="1"/>
        </p:nvSpPr>
        <p:spPr>
          <a:xfrm>
            <a:off x="7577161" y="21733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9E0BBB9-8B5F-C8AF-AABC-A8FC3CB67A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177B7DE-DCDA-0938-0E00-9037918A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FE49A9E1-5327-C07F-6784-06F711111D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0944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B9FD9982-A8FD-E7E3-47A9-0473DB9EF9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3399E92-DBD7-5E15-0C5A-D438A64DB6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01B4983A-2C8A-D1CC-A5E5-2BF922BF08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25737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751DBB13-E792-036D-608B-E172C13AC3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28702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96BABE-FE67-87DE-BC1D-6DB5039D2F00}"/>
              </a:ext>
            </a:extLst>
          </p:cNvPr>
          <p:cNvSpPr txBox="1">
            <a:spLocks/>
          </p:cNvSpPr>
          <p:nvPr userDrawn="1"/>
        </p:nvSpPr>
        <p:spPr>
          <a:xfrm>
            <a:off x="9047559" y="22707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DE76441-B7F0-5133-F6B7-F5F0755144A7}"/>
              </a:ext>
            </a:extLst>
          </p:cNvPr>
          <p:cNvSpPr/>
          <p:nvPr userDrawn="1"/>
        </p:nvSpPr>
        <p:spPr>
          <a:xfrm>
            <a:off x="7606679" y="383335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CE3751B3-EA28-4412-4506-5D2DA5A077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375441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FC8A18E-AE19-EBBE-A540-41124EAE29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423373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4456722E-9B92-F684-918E-25D2F91406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453021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222826-8400-07B4-DCF7-20AF6FCF7F43}"/>
              </a:ext>
            </a:extLst>
          </p:cNvPr>
          <p:cNvSpPr txBox="1">
            <a:spLocks/>
          </p:cNvSpPr>
          <p:nvPr userDrawn="1"/>
        </p:nvSpPr>
        <p:spPr>
          <a:xfrm>
            <a:off x="9077077" y="393072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119500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3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picture containing fish&#10;&#10;Description automatically generated">
            <a:extLst>
              <a:ext uri="{FF2B5EF4-FFF2-40B4-BE49-F238E27FC236}">
                <a16:creationId xmlns:a16="http://schemas.microsoft.com/office/drawing/2014/main" id="{F7FB42EA-2426-8F04-B39C-53E651E11A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C50A622-3F2A-EFC5-39E8-DA04700BAC6C}"/>
              </a:ext>
            </a:extLst>
          </p:cNvPr>
          <p:cNvSpPr/>
          <p:nvPr userDrawn="1"/>
        </p:nvSpPr>
        <p:spPr>
          <a:xfrm>
            <a:off x="7577161" y="117890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D7FF95D-8C1B-F8E2-9ADC-688F4973EE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28BA292-384D-E824-1A3F-32491637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E9F74001-785E-B473-9E8F-D73AAA9C68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09996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6EE86146-3554-EE6F-7C35-631702E8B1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FCD7F517-6C9A-08E9-34EB-28DC410F4F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FEEEFE90-ED08-EF75-2DA7-44B3A2832C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157928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395E7D5F-4543-CEC7-317D-97E4B03DF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87576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2E3BC3-815E-0C45-A703-4A1310B6CEDA}"/>
              </a:ext>
            </a:extLst>
          </p:cNvPr>
          <p:cNvSpPr txBox="1">
            <a:spLocks/>
          </p:cNvSpPr>
          <p:nvPr userDrawn="1"/>
        </p:nvSpPr>
        <p:spPr>
          <a:xfrm>
            <a:off x="9047559" y="127627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31447DE-B5D4-7E67-69F8-5786EF6367B7}"/>
              </a:ext>
            </a:extLst>
          </p:cNvPr>
          <p:cNvSpPr/>
          <p:nvPr userDrawn="1"/>
        </p:nvSpPr>
        <p:spPr>
          <a:xfrm>
            <a:off x="7606679" y="283886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DFAF2102-64C3-3154-AE3B-C6D43854D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275992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2922EB90-D21D-44F8-3E50-D822903F77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323924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9346AF72-41A1-2955-84BC-3307BFAD9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353572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F37190-E2FB-1315-D763-AEE87B50A941}"/>
              </a:ext>
            </a:extLst>
          </p:cNvPr>
          <p:cNvSpPr txBox="1">
            <a:spLocks/>
          </p:cNvSpPr>
          <p:nvPr userDrawn="1"/>
        </p:nvSpPr>
        <p:spPr>
          <a:xfrm>
            <a:off x="9077077" y="293623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826C9D9-419F-3091-21AE-1C750633D134}"/>
              </a:ext>
            </a:extLst>
          </p:cNvPr>
          <p:cNvSpPr/>
          <p:nvPr userDrawn="1"/>
        </p:nvSpPr>
        <p:spPr>
          <a:xfrm>
            <a:off x="7640752" y="448887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D052FBA7-CA57-88EB-3D95-D75DC9F599F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4409940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3EF82A7C-C571-AAA2-E95F-92D30A4ADB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889257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B912C700-29FA-912F-CD8D-F9C8FAE08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5185735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F8FF0D-8584-4AE2-7132-B10BBA5EB7C4}"/>
              </a:ext>
            </a:extLst>
          </p:cNvPr>
          <p:cNvSpPr txBox="1">
            <a:spLocks/>
          </p:cNvSpPr>
          <p:nvPr userDrawn="1"/>
        </p:nvSpPr>
        <p:spPr>
          <a:xfrm>
            <a:off x="9111150" y="4586252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4078814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picture containing fish&#10;&#10;Description automatically generated">
            <a:extLst>
              <a:ext uri="{FF2B5EF4-FFF2-40B4-BE49-F238E27FC236}">
                <a16:creationId xmlns:a16="http://schemas.microsoft.com/office/drawing/2014/main" id="{9FFEA0F8-DB52-A8AE-FFAF-61E8990D1D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4134D2B-B928-C698-8D9B-1444C15DC12E}"/>
              </a:ext>
            </a:extLst>
          </p:cNvPr>
          <p:cNvSpPr/>
          <p:nvPr userDrawn="1"/>
        </p:nvSpPr>
        <p:spPr>
          <a:xfrm>
            <a:off x="7577161" y="34529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0303FA75-1DD8-DF9D-76DA-7204973610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60BA74E5-4CE8-76EC-5FFF-73C8C960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0839E2D0-8966-A9CA-64E8-C76A603BF43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66363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1B151CA7-B681-7233-4200-AFAEC67A74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C155C29-0DBA-B3C1-DF0B-39AA939879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DBDE6A34-4CD4-7B64-57E6-73461F7160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745680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84AFDEF1-EC74-BCB1-AE9A-A097A5A02E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042158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7D814F-D084-7FAB-E5E3-25FC122F8BA9}"/>
              </a:ext>
            </a:extLst>
          </p:cNvPr>
          <p:cNvSpPr txBox="1">
            <a:spLocks/>
          </p:cNvSpPr>
          <p:nvPr userDrawn="1"/>
        </p:nvSpPr>
        <p:spPr>
          <a:xfrm>
            <a:off x="9047559" y="442675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23FCDDC-64B9-B95F-AA11-30C027B447B7}"/>
              </a:ext>
            </a:extLst>
          </p:cNvPr>
          <p:cNvSpPr/>
          <p:nvPr userDrawn="1"/>
        </p:nvSpPr>
        <p:spPr>
          <a:xfrm>
            <a:off x="7606679" y="2005256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BFCD5256-FA45-6B95-25B7-EC1AC0BA0E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1926322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C377F137-6319-3FD9-6219-2D07730B69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2405639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54F9DE84-669D-76C4-8484-A9A78B0501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2702117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7FD69D-1ECA-622F-3902-DBC2894B2D74}"/>
              </a:ext>
            </a:extLst>
          </p:cNvPr>
          <p:cNvSpPr txBox="1">
            <a:spLocks/>
          </p:cNvSpPr>
          <p:nvPr userDrawn="1"/>
        </p:nvSpPr>
        <p:spPr>
          <a:xfrm>
            <a:off x="9077077" y="2102634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CA16130-E559-9889-1123-2491D58E8C74}"/>
              </a:ext>
            </a:extLst>
          </p:cNvPr>
          <p:cNvSpPr/>
          <p:nvPr userDrawn="1"/>
        </p:nvSpPr>
        <p:spPr>
          <a:xfrm>
            <a:off x="7640752" y="365527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9" name="Picture Placeholder 15">
            <a:extLst>
              <a:ext uri="{FF2B5EF4-FFF2-40B4-BE49-F238E27FC236}">
                <a16:creationId xmlns:a16="http://schemas.microsoft.com/office/drawing/2014/main" id="{1A8321EC-81F6-C1C0-1795-53DC439BB0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357633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50" name="Text Placeholder 20">
            <a:extLst>
              <a:ext uri="{FF2B5EF4-FFF2-40B4-BE49-F238E27FC236}">
                <a16:creationId xmlns:a16="http://schemas.microsoft.com/office/drawing/2014/main" id="{08488EF4-F8FE-315F-C156-1FEC85AD14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05565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1" name="Text Placeholder 20">
            <a:extLst>
              <a:ext uri="{FF2B5EF4-FFF2-40B4-BE49-F238E27FC236}">
                <a16:creationId xmlns:a16="http://schemas.microsoft.com/office/drawing/2014/main" id="{DAFD4733-A34B-4C32-D32B-43D5C16AA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435213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F0C8BC-D341-3102-0775-184FEB5ACCE3}"/>
              </a:ext>
            </a:extLst>
          </p:cNvPr>
          <p:cNvSpPr txBox="1">
            <a:spLocks/>
          </p:cNvSpPr>
          <p:nvPr userDrawn="1"/>
        </p:nvSpPr>
        <p:spPr>
          <a:xfrm>
            <a:off x="9111150" y="375264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4E3D2A4-5F6B-3940-7516-08995383B923}"/>
              </a:ext>
            </a:extLst>
          </p:cNvPr>
          <p:cNvSpPr/>
          <p:nvPr userDrawn="1"/>
        </p:nvSpPr>
        <p:spPr>
          <a:xfrm>
            <a:off x="7681109" y="53186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54" name="Picture Placeholder 15">
            <a:extLst>
              <a:ext uri="{FF2B5EF4-FFF2-40B4-BE49-F238E27FC236}">
                <a16:creationId xmlns:a16="http://schemas.microsoft.com/office/drawing/2014/main" id="{2FB14771-E2E8-1470-0848-A5B7D5E044D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602173" y="52397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55" name="Text Placeholder 20">
            <a:extLst>
              <a:ext uri="{FF2B5EF4-FFF2-40B4-BE49-F238E27FC236}">
                <a16:creationId xmlns:a16="http://schemas.microsoft.com/office/drawing/2014/main" id="{F20218C9-7AA2-6166-94B7-37E528E29A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50951" y="57190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6" name="Text Placeholder 20">
            <a:extLst>
              <a:ext uri="{FF2B5EF4-FFF2-40B4-BE49-F238E27FC236}">
                <a16:creationId xmlns:a16="http://schemas.microsoft.com/office/drawing/2014/main" id="{78CEF6F2-1E75-D03C-E81E-FB19DA708A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50951" y="60155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F02031-3613-8282-8130-9E1BBE787E6B}"/>
              </a:ext>
            </a:extLst>
          </p:cNvPr>
          <p:cNvSpPr txBox="1">
            <a:spLocks/>
          </p:cNvSpPr>
          <p:nvPr userDrawn="1"/>
        </p:nvSpPr>
        <p:spPr>
          <a:xfrm>
            <a:off x="9151507" y="54160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3500819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710FD834-2110-54AF-FD17-1BC5F67BD7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2FC507-56F8-F51A-98AD-D9D44D677E5F}"/>
              </a:ext>
            </a:extLst>
          </p:cNvPr>
          <p:cNvSpPr/>
          <p:nvPr userDrawn="1"/>
        </p:nvSpPr>
        <p:spPr>
          <a:xfrm>
            <a:off x="9385737" y="4713889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61D9A05-5711-78DD-AE26-A0702F4FA81F}"/>
              </a:ext>
            </a:extLst>
          </p:cNvPr>
          <p:cNvSpPr/>
          <p:nvPr userDrawn="1"/>
        </p:nvSpPr>
        <p:spPr>
          <a:xfrm>
            <a:off x="10592948" y="4682358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94835BC-BDA6-61EA-8CE3-F8E8DCF8FFBC}"/>
              </a:ext>
            </a:extLst>
          </p:cNvPr>
          <p:cNvSpPr/>
          <p:nvPr userDrawn="1"/>
        </p:nvSpPr>
        <p:spPr>
          <a:xfrm>
            <a:off x="1189349" y="1477887"/>
            <a:ext cx="9813302" cy="3904487"/>
          </a:xfrm>
          <a:prstGeom prst="roundRect">
            <a:avLst>
              <a:gd name="adj" fmla="val 2131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D45663A-D8FC-AAD5-270D-67BEDF84A8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89349" y="3038868"/>
            <a:ext cx="9813301" cy="451983"/>
          </a:xfrm>
        </p:spPr>
        <p:txBody>
          <a:bodyPr wrap="square" tIns="0" bIns="0" anchor="b">
            <a:spAutoFit/>
          </a:bodyPr>
          <a:lstStyle>
            <a:lvl1pPr algn="ctr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597D75F-6067-CFE0-A18B-641E415B3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89349" y="3500426"/>
            <a:ext cx="9813302" cy="51043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6304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135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30342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1376313"/>
            <a:ext cx="6576353" cy="48609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Title 19">
            <a:extLst>
              <a:ext uri="{FF2B5EF4-FFF2-40B4-BE49-F238E27FC236}">
                <a16:creationId xmlns:a16="http://schemas.microsoft.com/office/drawing/2014/main" id="{2B0EA1A4-42B7-74AA-17AD-B6EA85C8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441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4BBD51E-29A2-84F2-B441-8980D97832F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10057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42075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FBA4F41-6FB6-3EBD-D004-CEB7ED48E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198577"/>
              <a:gd name="connsiteX1" fmla="*/ 12192000 w 12192000"/>
              <a:gd name="connsiteY1" fmla="*/ 0 h 6198577"/>
              <a:gd name="connsiteX2" fmla="*/ 12192000 w 12192000"/>
              <a:gd name="connsiteY2" fmla="*/ 6198577 h 6198577"/>
              <a:gd name="connsiteX3" fmla="*/ 0 w 12192000"/>
              <a:gd name="connsiteY3" fmla="*/ 6198577 h 619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198577">
                <a:moveTo>
                  <a:pt x="0" y="0"/>
                </a:moveTo>
                <a:lnTo>
                  <a:pt x="12192000" y="0"/>
                </a:lnTo>
                <a:lnTo>
                  <a:pt x="12192000" y="6198577"/>
                </a:lnTo>
                <a:lnTo>
                  <a:pt x="0" y="6198577"/>
                </a:lnTo>
                <a:close/>
              </a:path>
            </a:pathLst>
          </a:custGeom>
        </p:spPr>
        <p:txBody>
          <a:bodyPr wrap="square" rIns="396000" anchor="ctr">
            <a:noAutofit/>
          </a:bodyPr>
          <a:lstStyle>
            <a:lvl1pPr marL="0" indent="0" algn="r">
              <a:buNone/>
              <a:defRPr sz="14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140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C4EC466-8C3B-BE4C-2D9E-1056C73CE3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 userDrawn="1"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440560"/>
            <a:ext cx="11189338" cy="4507017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485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C4EC466-8C3B-BE4C-2D9E-1056C73CE3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 userDrawn="1"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489008"/>
            <a:ext cx="11189338" cy="4507017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5A2E67-CB89-4296-0FBE-200AC24B51F4}"/>
              </a:ext>
            </a:extLst>
          </p:cNvPr>
          <p:cNvSpPr/>
          <p:nvPr userDrawn="1"/>
        </p:nvSpPr>
        <p:spPr>
          <a:xfrm>
            <a:off x="5550566" y="1352859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1835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210057"/>
            <a:ext cx="5679130" cy="4860976"/>
          </a:xfrm>
          <a:prstGeom prst="rect">
            <a:avLst/>
          </a:prstGeom>
          <a:solidFill>
            <a:schemeClr val="bg1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10057"/>
            <a:ext cx="5219789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0083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 userDrawn="1"/>
        </p:nvSpPr>
        <p:spPr>
          <a:xfrm rot="10800000">
            <a:off x="6284365" y="1478705"/>
            <a:ext cx="5461146" cy="48499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 userDrawn="1"/>
        </p:nvSpPr>
        <p:spPr>
          <a:xfrm rot="10800000">
            <a:off x="445032" y="1492073"/>
            <a:ext cx="5458581" cy="48479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i</a:t>
            </a: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B2427629-206D-D2A1-60B2-1221483F145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3726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0D64A629-9BDB-D9AD-6C53-E6CF9383E6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1548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564652B-578C-7ECC-0A79-B6636319D7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5767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F80E8AE-20BA-47BF-B6CC-CE5C189F26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5767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78706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71050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 userDrawn="1"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 userDrawn="1"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0914D27D-8C9C-3D22-BC49-5DEFCC9DC54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6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58D7D8D1-1035-4418-7753-AE068635B63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1446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8D48D42-8EA5-0F6E-93B9-26399BD7DBE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588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8AB924EE-7D80-4C22-D58B-47B4EEC554D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5885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EF4F3E6-0A52-B8BA-77C2-EB629E376F1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69981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D24ED2FD-97FA-FEC8-21E8-E0244C2A56F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69981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5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888" y="1547109"/>
            <a:ext cx="3700192" cy="11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0555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 userDrawn="1"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 userDrawn="1"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 userDrawn="1"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6072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072" y="227271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5619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5619" y="2275631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5164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5164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34709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4709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158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Boxe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 userDrawn="1"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 userDrawn="1"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 userDrawn="1"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 userDrawn="1"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883" y="182056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7883" y="226936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0147" y="1821697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0147" y="2270503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379531" y="183313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79531" y="228193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6248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66248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600FEC0-8441-96D2-E89C-02B0AC92E2DB}"/>
              </a:ext>
            </a:extLst>
          </p:cNvPr>
          <p:cNvSpPr>
            <a:spLocks/>
          </p:cNvSpPr>
          <p:nvPr userDrawn="1"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470C65D6-BC0D-4BB8-7940-044366DA3A4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417015" y="429245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1FD1294-FECA-E138-F896-2BADB65878C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17015" y="474126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B43538-DD19-B367-70C2-D23109AEDCAB}"/>
              </a:ext>
            </a:extLst>
          </p:cNvPr>
          <p:cNvSpPr>
            <a:spLocks/>
          </p:cNvSpPr>
          <p:nvPr userDrawn="1"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E794B28-C770-D714-0858-91A20F591CC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76153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737F78C-5BC5-59A0-0A4B-473ED4CCB92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76153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EE88C0-BA85-66B3-5D4F-45FDA56C3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925FF-623D-8281-CC61-CCF33FFC5A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41A7A0-CC4E-DCD1-047C-970393EB92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6BFE8C7-309E-C2BD-1896-B5A95670AD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993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ish&#10;&#10;Description automatically generated">
            <a:extLst>
              <a:ext uri="{FF2B5EF4-FFF2-40B4-BE49-F238E27FC236}">
                <a16:creationId xmlns:a16="http://schemas.microsoft.com/office/drawing/2014/main" id="{BFB306BF-1A2C-7A4F-2B65-E4BF208AD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 userDrawn="1"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5724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3130760-2CB2-FAE3-D526-BF472A9C3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 userDrawn="1"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953741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4FD4156A-0C1D-7C93-61AD-DF544AB38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 userDrawn="1"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25485827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ED646FF-8E27-25E3-4A61-373E66244A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 userDrawn="1"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8478188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054C9C-7CD2-22C7-B7B1-5D685AE7F70B}"/>
              </a:ext>
            </a:extLst>
          </p:cNvPr>
          <p:cNvSpPr/>
          <p:nvPr userDrawn="1"/>
        </p:nvSpPr>
        <p:spPr>
          <a:xfrm flipH="1">
            <a:off x="6728639" y="5446744"/>
            <a:ext cx="89575" cy="8896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14063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1161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520FFAE-AB60-798E-7696-3B81EB51D63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442913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31">
            <a:extLst>
              <a:ext uri="{FF2B5EF4-FFF2-40B4-BE49-F238E27FC236}">
                <a16:creationId xmlns:a16="http://schemas.microsoft.com/office/drawing/2014/main" id="{95BEAF28-C4D2-4F85-B349-6669E49C64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913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C75ABF6-2AAC-3983-DBD3-C6CADAA4652B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290152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31">
            <a:extLst>
              <a:ext uri="{FF2B5EF4-FFF2-40B4-BE49-F238E27FC236}">
                <a16:creationId xmlns:a16="http://schemas.microsoft.com/office/drawing/2014/main" id="{BAF622E6-D11A-B401-AE11-BA7FE96CCBE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90152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7C5D8BF9-F473-0174-E5BB-2D21F591CBC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8137391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31">
            <a:extLst>
              <a:ext uri="{FF2B5EF4-FFF2-40B4-BE49-F238E27FC236}">
                <a16:creationId xmlns:a16="http://schemas.microsoft.com/office/drawing/2014/main" id="{D844DE4B-A01A-CF75-F1F0-63E2E94FBE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37391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9" name="Picture Placeholder 24">
            <a:extLst>
              <a:ext uri="{FF2B5EF4-FFF2-40B4-BE49-F238E27FC236}">
                <a16:creationId xmlns:a16="http://schemas.microsoft.com/office/drawing/2014/main" id="{4970F560-77B9-DC0B-726D-08F8B3CCF8A2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42913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19D410FC-281C-B130-9A40-A3415FD8E39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2913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1" name="Picture Placeholder 32">
            <a:extLst>
              <a:ext uri="{FF2B5EF4-FFF2-40B4-BE49-F238E27FC236}">
                <a16:creationId xmlns:a16="http://schemas.microsoft.com/office/drawing/2014/main" id="{935615F6-CBDF-1F8F-1FB3-8A7AC2343B5D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290152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31">
            <a:extLst>
              <a:ext uri="{FF2B5EF4-FFF2-40B4-BE49-F238E27FC236}">
                <a16:creationId xmlns:a16="http://schemas.microsoft.com/office/drawing/2014/main" id="{5B54B02B-42CA-A352-A0BA-932F3EEE47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90152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3" name="Picture Placeholder 34">
            <a:extLst>
              <a:ext uri="{FF2B5EF4-FFF2-40B4-BE49-F238E27FC236}">
                <a16:creationId xmlns:a16="http://schemas.microsoft.com/office/drawing/2014/main" id="{49C2D182-8E56-FC93-B240-425457E61F1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137391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61F039C4-037F-7197-E178-1B1F599C0AC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37391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8" name="Title 24">
            <a:extLst>
              <a:ext uri="{FF2B5EF4-FFF2-40B4-BE49-F238E27FC236}">
                <a16:creationId xmlns:a16="http://schemas.microsoft.com/office/drawing/2014/main" id="{24841D81-2447-6650-BBCC-1557BBB1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A18130DA-8F17-BCC7-C4DD-FE5839A99F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DT Flow" pitchFamily="2" charset="77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120590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FE2F83D1-2B71-CC76-2687-BF760FA16B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C644F4F-BBDF-1E4F-5349-D64A52F99BF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42913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176">
            <a:extLst>
              <a:ext uri="{FF2B5EF4-FFF2-40B4-BE49-F238E27FC236}">
                <a16:creationId xmlns:a16="http://schemas.microsoft.com/office/drawing/2014/main" id="{AA77DBCA-DB91-549F-A576-6CE55BBE121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2913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1BAAB6D3-E095-529F-1760-00A4F6D370F5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284752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176">
            <a:extLst>
              <a:ext uri="{FF2B5EF4-FFF2-40B4-BE49-F238E27FC236}">
                <a16:creationId xmlns:a16="http://schemas.microsoft.com/office/drawing/2014/main" id="{310B5EE8-3E56-BAF9-E21B-54B3BCA4663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4752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C9DBA87B-2A0E-CD17-3490-0920F0B8394C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8131776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176">
            <a:extLst>
              <a:ext uri="{FF2B5EF4-FFF2-40B4-BE49-F238E27FC236}">
                <a16:creationId xmlns:a16="http://schemas.microsoft.com/office/drawing/2014/main" id="{7FEEFFEE-0F9C-54EC-1A58-034D9064F58C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31776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9C314E90-1712-7733-4A47-A00921408E19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42913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176">
            <a:extLst>
              <a:ext uri="{FF2B5EF4-FFF2-40B4-BE49-F238E27FC236}">
                <a16:creationId xmlns:a16="http://schemas.microsoft.com/office/drawing/2014/main" id="{9F292036-3EA2-E5F0-DAC6-49916584855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42913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1" name="Picture Placeholder 31">
            <a:extLst>
              <a:ext uri="{FF2B5EF4-FFF2-40B4-BE49-F238E27FC236}">
                <a16:creationId xmlns:a16="http://schemas.microsoft.com/office/drawing/2014/main" id="{E856069C-0793-9B81-9FB3-58403B1177A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284752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176">
            <a:extLst>
              <a:ext uri="{FF2B5EF4-FFF2-40B4-BE49-F238E27FC236}">
                <a16:creationId xmlns:a16="http://schemas.microsoft.com/office/drawing/2014/main" id="{E326EAA6-DEC5-ACAC-62E6-545A9CD54203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284752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AFB804EB-0D2F-4348-D6C6-51BCCC66C13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31776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176">
            <a:extLst>
              <a:ext uri="{FF2B5EF4-FFF2-40B4-BE49-F238E27FC236}">
                <a16:creationId xmlns:a16="http://schemas.microsoft.com/office/drawing/2014/main" id="{649EAECD-B07C-F4F2-49ED-E539348C452A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131776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6" name="Picture Placeholder 35">
            <a:extLst>
              <a:ext uri="{FF2B5EF4-FFF2-40B4-BE49-F238E27FC236}">
                <a16:creationId xmlns:a16="http://schemas.microsoft.com/office/drawing/2014/main" id="{5EDDEF8A-A5B1-1FDE-77B3-D072E0680566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442913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Text Placeholder 176">
            <a:extLst>
              <a:ext uri="{FF2B5EF4-FFF2-40B4-BE49-F238E27FC236}">
                <a16:creationId xmlns:a16="http://schemas.microsoft.com/office/drawing/2014/main" id="{2D776602-CE50-C728-EBFC-0B68B46F21B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42913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8" name="Picture Placeholder 37">
            <a:extLst>
              <a:ext uri="{FF2B5EF4-FFF2-40B4-BE49-F238E27FC236}">
                <a16:creationId xmlns:a16="http://schemas.microsoft.com/office/drawing/2014/main" id="{1CC25ECC-2B9F-13F5-FAB8-F9DFBC1E1E63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4284752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9" name="Text Placeholder 176">
            <a:extLst>
              <a:ext uri="{FF2B5EF4-FFF2-40B4-BE49-F238E27FC236}">
                <a16:creationId xmlns:a16="http://schemas.microsoft.com/office/drawing/2014/main" id="{13F42389-5BA9-31F2-7ED3-6D9FC613366A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284752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F4181F25-DF9D-54F3-6800-E06A39B7864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8131776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21" name="Text Placeholder 176">
            <a:extLst>
              <a:ext uri="{FF2B5EF4-FFF2-40B4-BE49-F238E27FC236}">
                <a16:creationId xmlns:a16="http://schemas.microsoft.com/office/drawing/2014/main" id="{2F697830-A6DD-EF3C-3D38-A99F7FF2F71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31776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1669871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127755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8814641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939474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1376313"/>
            <a:ext cx="6576353" cy="48609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225425"/>
            <a:ext cx="11499305" cy="827088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899944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: Header with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01F8F9-B6D6-A9AD-8522-5BFD3E2582C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760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: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2D0D4A-281A-0291-99B6-20C64F68DA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85156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 Screenshots">
    <p:bg>
      <p:bgPr>
        <a:solidFill>
          <a:srgbClr val="06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9968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62476A-1A82-F1FF-EF55-B8FA08B4CA4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2" name="Picture 1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6375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BA4CDB2-431A-F9AA-DC7E-F1CD9393333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234073"/>
            <a:ext cx="5679130" cy="4860976"/>
          </a:xfrm>
          <a:prstGeom prst="rect">
            <a:avLst/>
          </a:prstGeom>
          <a:solidFill>
            <a:srgbClr val="030C16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34073"/>
            <a:ext cx="5219789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36464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DA3574-08A8-2145-809F-8B3DDCE381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 userDrawn="1"/>
        </p:nvSpPr>
        <p:spPr>
          <a:xfrm rot="10800000">
            <a:off x="6285095" y="1478706"/>
            <a:ext cx="5461146" cy="484991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 userDrawn="1"/>
        </p:nvSpPr>
        <p:spPr>
          <a:xfrm rot="10800000">
            <a:off x="450426" y="1492074"/>
            <a:ext cx="5458581" cy="484796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83282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788CC257-AACC-A212-27F8-F07276F3B7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9120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61741C60-3652-8C47-0877-54494453FC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9120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44D851B2-2870-AF8F-B51E-FD68A54F245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5072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C528986D-6040-B46E-7DC7-287B95DF1C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5072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7260924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B82526-13BC-DC86-FD8A-0654F8592A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 userDrawn="1"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 userDrawn="1"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4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133" y="1547109"/>
            <a:ext cx="3700192" cy="119727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BA93F34C-BA8D-F410-9D55-A6E28ABA6B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6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E9A7006-29DC-7A7A-1FE5-AF3E9F3C20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1446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C1D30C2-26E0-A801-C710-1954E3F7CA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588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AED862F-B5C1-985C-77C0-B78D247606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5885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C62429F6-69D5-6B72-2366-2AED9795EC5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76077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215347FE-C0A6-602F-859E-8421E8B3A5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76077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130115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2032E-2F8C-053D-4B19-D79F2F235E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 userDrawn="1"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 userDrawn="1"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 userDrawn="1"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78AEDE4C-584F-11CE-0E42-7321AE1C11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6072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8617105-716D-12D5-9B44-AAD4CBB0F2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072" y="227271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58B8BD4-011E-C228-0230-6721FA0DC6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5619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DD4754F1-46CB-A3F0-1370-31AEF31A83B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5619" y="2275631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016C7CF-7490-AB35-6744-71D92B0B004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5164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780FE8E-B3A9-6DDD-C01C-92F3E79471B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5164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F7D2E3E7-5466-D971-8C68-3F485A97D80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34709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444E2549-ABEE-5DAC-B1E9-9A7D4B6D89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4709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2835858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Boxes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2032E-2F8C-053D-4B19-D79F2F235E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7E31917-B5FE-6DD5-0953-C666777AA45A}"/>
              </a:ext>
            </a:extLst>
          </p:cNvPr>
          <p:cNvSpPr>
            <a:spLocks/>
          </p:cNvSpPr>
          <p:nvPr userDrawn="1"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B459EC-C6EA-0E99-8DE1-6D854EF193F2}"/>
              </a:ext>
            </a:extLst>
          </p:cNvPr>
          <p:cNvSpPr>
            <a:spLocks/>
          </p:cNvSpPr>
          <p:nvPr userDrawn="1"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41CF234-9377-9ED5-8DD6-85F8C3D79431}"/>
              </a:ext>
            </a:extLst>
          </p:cNvPr>
          <p:cNvSpPr>
            <a:spLocks/>
          </p:cNvSpPr>
          <p:nvPr userDrawn="1"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A5FB9BD-3AA1-54A6-CA30-BFF05C32B032}"/>
              </a:ext>
            </a:extLst>
          </p:cNvPr>
          <p:cNvSpPr>
            <a:spLocks/>
          </p:cNvSpPr>
          <p:nvPr userDrawn="1"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1F0D752A-E897-9E70-2CD8-976FDC9CAEB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7883" y="182056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4BF71120-9ABC-2DD0-3565-9E3154E3767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883" y="226936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F9CFA1C8-DFC7-F326-DB98-4997DCA0A15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20147" y="1821697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62261AA-311B-D6EE-E3A0-395354A46CF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20147" y="2270503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9E2D50D8-0EBD-B6B5-B807-D5B57EE0401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79531" y="183313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0DC513B4-D3EE-0A72-9251-108A220EB97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79531" y="228193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A6218DF1-C09B-947A-9A59-CCED12F5A10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66248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AF8D8741-7940-0034-674C-652C5127B8B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6248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BA8A269-CF9E-9EBA-692B-11767DD8F0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25771A1-178C-2490-EF6E-AD9A024E03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8AD41A0-211F-F5D6-06A2-0F4F89C70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72D1C95-27D2-0232-2612-BA0DE0C755C4}"/>
              </a:ext>
            </a:extLst>
          </p:cNvPr>
          <p:cNvSpPr>
            <a:spLocks/>
          </p:cNvSpPr>
          <p:nvPr userDrawn="1"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1D94C32C-FF8B-81AE-7BDD-F923AB54BE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17015" y="429245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5" name="Text Placeholder 25">
            <a:extLst>
              <a:ext uri="{FF2B5EF4-FFF2-40B4-BE49-F238E27FC236}">
                <a16:creationId xmlns:a16="http://schemas.microsoft.com/office/drawing/2014/main" id="{150593F0-B8C5-41D9-D1A3-E681D8317B5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17015" y="474126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1A8AF49-436C-2468-E5E1-23E5780D9280}"/>
              </a:ext>
            </a:extLst>
          </p:cNvPr>
          <p:cNvSpPr>
            <a:spLocks/>
          </p:cNvSpPr>
          <p:nvPr userDrawn="1"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8" name="Text Placeholder 25">
            <a:extLst>
              <a:ext uri="{FF2B5EF4-FFF2-40B4-BE49-F238E27FC236}">
                <a16:creationId xmlns:a16="http://schemas.microsoft.com/office/drawing/2014/main" id="{2818667E-1EC2-4513-46A5-858A3DEDE66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76153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B4A3E790-F2B5-8D06-CB54-20FC1F02452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76153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0B67F04-E751-F8D1-4A09-B11E12F17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7AC95C9-F2A8-081F-5881-396F8E1501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BD23792-1F1C-A0A1-7FB2-6F022C8C49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1894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9FF272-8EEE-A80E-ADC9-799E7483D98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4" name="Picture 3" descr="A picture containing fish&#10;&#10;Description automatically generated">
            <a:extLst>
              <a:ext uri="{FF2B5EF4-FFF2-40B4-BE49-F238E27FC236}">
                <a16:creationId xmlns:a16="http://schemas.microsoft.com/office/drawing/2014/main" id="{BFB306BF-1A2C-7A4F-2B65-E4BF208AD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 userDrawn="1"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32778783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28DC68-5CBD-016B-7111-4DD13DDBC1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3130760-2CB2-FAE3-D526-BF472A9C3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 userDrawn="1"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28337475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E3ECC27-9DAE-13F5-48E0-89D79469B6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627491DA-93EF-8AE0-2E21-28B0095E3A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 userDrawn="1"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15313488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64F7CE-B3CE-A325-CEAC-1B9EC546AA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ED646FF-8E27-25E3-4A61-373E66244A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 userDrawn="1"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</p:spTree>
    <p:extLst>
      <p:ext uri="{BB962C8B-B14F-4D97-AF65-F5344CB8AC3E}">
        <p14:creationId xmlns:p14="http://schemas.microsoft.com/office/powerpoint/2010/main" val="33902153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1D7C3E-3EF5-C5AF-4214-681F88C03390}"/>
              </a:ext>
            </a:extLst>
          </p:cNvPr>
          <p:cNvGrpSpPr/>
          <p:nvPr userDrawn="1"/>
        </p:nvGrpSpPr>
        <p:grpSpPr>
          <a:xfrm>
            <a:off x="932249" y="2960405"/>
            <a:ext cx="10367842" cy="2806212"/>
            <a:chOff x="932249" y="2886664"/>
            <a:chExt cx="10367842" cy="33519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A10EC5-8486-D8F8-05D3-7FBEA68FB157}"/>
                </a:ext>
              </a:extLst>
            </p:cNvPr>
            <p:cNvSpPr/>
            <p:nvPr/>
          </p:nvSpPr>
          <p:spPr>
            <a:xfrm>
              <a:off x="932249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B01C2CE-4DE4-083F-D0E7-98E0A5A9596B}"/>
                </a:ext>
              </a:extLst>
            </p:cNvPr>
            <p:cNvSpPr/>
            <p:nvPr/>
          </p:nvSpPr>
          <p:spPr>
            <a:xfrm>
              <a:off x="3044150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9801D1-5C28-82BB-829F-F738D459D88E}"/>
                </a:ext>
              </a:extLst>
            </p:cNvPr>
            <p:cNvSpPr/>
            <p:nvPr/>
          </p:nvSpPr>
          <p:spPr>
            <a:xfrm>
              <a:off x="51560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54F5D2-8071-0C35-4BAD-D954845E2DFF}"/>
                </a:ext>
              </a:extLst>
            </p:cNvPr>
            <p:cNvSpPr/>
            <p:nvPr/>
          </p:nvSpPr>
          <p:spPr>
            <a:xfrm>
              <a:off x="7267952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799BB1-B650-AF17-ABEF-7694536ED8B9}"/>
                </a:ext>
              </a:extLst>
            </p:cNvPr>
            <p:cNvSpPr/>
            <p:nvPr/>
          </p:nvSpPr>
          <p:spPr>
            <a:xfrm>
              <a:off x="93798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78EC20-2482-598C-0A24-0F6636CE39BD}"/>
              </a:ext>
            </a:extLst>
          </p:cNvPr>
          <p:cNvGrpSpPr/>
          <p:nvPr userDrawn="1"/>
        </p:nvGrpSpPr>
        <p:grpSpPr>
          <a:xfrm>
            <a:off x="932249" y="2704019"/>
            <a:ext cx="10367842" cy="1078173"/>
            <a:chOff x="932249" y="2630279"/>
            <a:chExt cx="10367842" cy="1078173"/>
          </a:xfrm>
          <a:gradFill>
            <a:gsLst>
              <a:gs pos="0">
                <a:srgbClr val="01D393"/>
              </a:gs>
              <a:gs pos="51000">
                <a:schemeClr val="accent1"/>
              </a:gs>
              <a:gs pos="100000">
                <a:srgbClr val="7F1AFE"/>
              </a:gs>
            </a:gsLst>
            <a:lin ang="0" scaled="0"/>
          </a:gra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216439-BAC3-6982-AF4D-35B8E8C31AD6}"/>
                </a:ext>
              </a:extLst>
            </p:cNvPr>
            <p:cNvSpPr/>
            <p:nvPr/>
          </p:nvSpPr>
          <p:spPr>
            <a:xfrm>
              <a:off x="932249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BEAC22-6374-108B-EAA4-74BF37D98B11}"/>
                </a:ext>
              </a:extLst>
            </p:cNvPr>
            <p:cNvSpPr/>
            <p:nvPr/>
          </p:nvSpPr>
          <p:spPr>
            <a:xfrm>
              <a:off x="3044150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771C18-09D6-CDB8-9660-9B12FD5F8C8D}"/>
                </a:ext>
              </a:extLst>
            </p:cNvPr>
            <p:cNvSpPr/>
            <p:nvPr/>
          </p:nvSpPr>
          <p:spPr>
            <a:xfrm>
              <a:off x="51560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8688D6-BC4F-E8ED-7F9D-120028527E24}"/>
                </a:ext>
              </a:extLst>
            </p:cNvPr>
            <p:cNvSpPr/>
            <p:nvPr/>
          </p:nvSpPr>
          <p:spPr>
            <a:xfrm>
              <a:off x="7267952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EE0E71-7FD3-ED66-EB7E-9AEE9EAB8E44}"/>
                </a:ext>
              </a:extLst>
            </p:cNvPr>
            <p:cNvSpPr/>
            <p:nvPr/>
          </p:nvSpPr>
          <p:spPr>
            <a:xfrm>
              <a:off x="93798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</p:grpSp>
      <p:sp>
        <p:nvSpPr>
          <p:cNvPr id="17" name="Title 2">
            <a:extLst>
              <a:ext uri="{FF2B5EF4-FFF2-40B4-BE49-F238E27FC236}">
                <a16:creationId xmlns:a16="http://schemas.microsoft.com/office/drawing/2014/main" id="{5EB05E6E-BB07-4B46-EE5A-DB7DE062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/>
          <a:p>
            <a:pPr algn="ctr"/>
            <a:r>
              <a:rPr lang="en-US"/>
              <a:t>Click to add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75E737-F934-F65B-D56B-CD3865BAA69F}"/>
              </a:ext>
            </a:extLst>
          </p:cNvPr>
          <p:cNvGrpSpPr/>
          <p:nvPr userDrawn="1"/>
        </p:nvGrpSpPr>
        <p:grpSpPr>
          <a:xfrm>
            <a:off x="1352511" y="1852008"/>
            <a:ext cx="9525775" cy="1078173"/>
            <a:chOff x="1353283" y="1849106"/>
            <a:chExt cx="9525775" cy="1078173"/>
          </a:xfrm>
          <a:gradFill>
            <a:gsLst>
              <a:gs pos="0">
                <a:schemeClr val="accent3"/>
              </a:gs>
              <a:gs pos="49000">
                <a:schemeClr val="accent1"/>
              </a:gs>
              <a:gs pos="100000">
                <a:schemeClr val="accent2"/>
              </a:gs>
            </a:gsLst>
            <a:lin ang="0" scaled="0"/>
          </a:gradFill>
          <a:effectLst>
            <a:outerShdw blurRad="317500" algn="ctr" rotWithShape="0">
              <a:prstClr val="black">
                <a:alpha val="26124"/>
              </a:prstClr>
            </a:outerShdw>
          </a:effectLst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A408F2F-B96C-5C0D-AF6A-59985E8903FD}"/>
                </a:ext>
              </a:extLst>
            </p:cNvPr>
            <p:cNvSpPr/>
            <p:nvPr/>
          </p:nvSpPr>
          <p:spPr>
            <a:xfrm>
              <a:off x="55770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C8FB4-C951-CB8B-3A84-FD7D09593016}"/>
                </a:ext>
              </a:extLst>
            </p:cNvPr>
            <p:cNvSpPr/>
            <p:nvPr/>
          </p:nvSpPr>
          <p:spPr>
            <a:xfrm>
              <a:off x="7688986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F44ADC2-AD14-CC65-7F61-0A5E52CD4E24}"/>
                </a:ext>
              </a:extLst>
            </p:cNvPr>
            <p:cNvSpPr/>
            <p:nvPr/>
          </p:nvSpPr>
          <p:spPr>
            <a:xfrm>
              <a:off x="98008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E45D204-1BCD-D02B-1C07-9C0D878811E1}"/>
                </a:ext>
              </a:extLst>
            </p:cNvPr>
            <p:cNvSpPr/>
            <p:nvPr/>
          </p:nvSpPr>
          <p:spPr>
            <a:xfrm>
              <a:off x="1353283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B03B0AA-4E2E-F34C-507B-7A19369136EC}"/>
                </a:ext>
              </a:extLst>
            </p:cNvPr>
            <p:cNvSpPr/>
            <p:nvPr/>
          </p:nvSpPr>
          <p:spPr>
            <a:xfrm>
              <a:off x="3465184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99F116BE-1FE0-9A4E-8367-BF9D2E285890}"/>
              </a:ext>
            </a:extLst>
          </p:cNvPr>
          <p:cNvSpPr/>
          <p:nvPr userDrawn="1"/>
        </p:nvSpPr>
        <p:spPr>
          <a:xfrm>
            <a:off x="5577085" y="1852008"/>
            <a:ext cx="1078173" cy="1078173"/>
          </a:xfrm>
          <a:prstGeom prst="ellipse">
            <a:avLst/>
          </a:prstGeom>
          <a:solidFill>
            <a:schemeClr val="tx1">
              <a:lumMod val="25000"/>
              <a:lumOff val="75000"/>
              <a:alpha val="4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1809A1-533E-7136-9CF4-BB982CFD449F}"/>
              </a:ext>
            </a:extLst>
          </p:cNvPr>
          <p:cNvSpPr/>
          <p:nvPr userDrawn="1"/>
        </p:nvSpPr>
        <p:spPr>
          <a:xfrm>
            <a:off x="7688986" y="1852008"/>
            <a:ext cx="1078173" cy="1078173"/>
          </a:xfrm>
          <a:prstGeom prst="ellipse">
            <a:avLst/>
          </a:prstGeom>
          <a:solidFill>
            <a:srgbClr val="5E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4EAAAD6-C84B-5897-976C-73CC354FDB46}"/>
              </a:ext>
            </a:extLst>
          </p:cNvPr>
          <p:cNvSpPr/>
          <p:nvPr userDrawn="1"/>
        </p:nvSpPr>
        <p:spPr>
          <a:xfrm>
            <a:off x="9800108" y="1852008"/>
            <a:ext cx="1078173" cy="1078173"/>
          </a:xfrm>
          <a:prstGeom prst="ellipse">
            <a:avLst/>
          </a:prstGeom>
          <a:solidFill>
            <a:schemeClr val="accent2">
              <a:lumMod val="40000"/>
              <a:lumOff val="60000"/>
              <a:alpha val="4705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F63CBF-12B4-A5F2-E0A6-75F9038B785C}"/>
              </a:ext>
            </a:extLst>
          </p:cNvPr>
          <p:cNvSpPr/>
          <p:nvPr userDrawn="1"/>
        </p:nvSpPr>
        <p:spPr>
          <a:xfrm>
            <a:off x="1354231" y="1852008"/>
            <a:ext cx="1078173" cy="1078173"/>
          </a:xfrm>
          <a:prstGeom prst="ellipse">
            <a:avLst/>
          </a:prstGeom>
          <a:solidFill>
            <a:srgbClr val="7BCFB6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DD7F3-CAEB-AFC5-9417-841120A3308F}"/>
              </a:ext>
            </a:extLst>
          </p:cNvPr>
          <p:cNvSpPr/>
          <p:nvPr userDrawn="1"/>
        </p:nvSpPr>
        <p:spPr>
          <a:xfrm>
            <a:off x="3464411" y="1852008"/>
            <a:ext cx="1078173" cy="1078173"/>
          </a:xfrm>
          <a:prstGeom prst="ellipse">
            <a:avLst/>
          </a:prstGeom>
          <a:solidFill>
            <a:srgbClr val="00A6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4183BD69-6818-CB06-6034-CE00A4BFBF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81547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45" name="Text Placeholder 25">
            <a:extLst>
              <a:ext uri="{FF2B5EF4-FFF2-40B4-BE49-F238E27FC236}">
                <a16:creationId xmlns:a16="http://schemas.microsoft.com/office/drawing/2014/main" id="{A117B71B-3EC8-B92C-A314-67697593EC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81547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1" name="Text Placeholder 25">
            <a:extLst>
              <a:ext uri="{FF2B5EF4-FFF2-40B4-BE49-F238E27FC236}">
                <a16:creationId xmlns:a16="http://schemas.microsoft.com/office/drawing/2014/main" id="{DF407200-7C26-CDE8-BBBB-7AF404F602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95482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2" name="Text Placeholder 25">
            <a:extLst>
              <a:ext uri="{FF2B5EF4-FFF2-40B4-BE49-F238E27FC236}">
                <a16:creationId xmlns:a16="http://schemas.microsoft.com/office/drawing/2014/main" id="{17F54D61-54CE-0A36-4145-3BD9FFDF24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95482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3" name="Text Placeholder 25">
            <a:extLst>
              <a:ext uri="{FF2B5EF4-FFF2-40B4-BE49-F238E27FC236}">
                <a16:creationId xmlns:a16="http://schemas.microsoft.com/office/drawing/2014/main" id="{4AE5EEEC-E17B-F5BF-A17E-6CEF57C8C8C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04502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4" name="Text Placeholder 25">
            <a:extLst>
              <a:ext uri="{FF2B5EF4-FFF2-40B4-BE49-F238E27FC236}">
                <a16:creationId xmlns:a16="http://schemas.microsoft.com/office/drawing/2014/main" id="{8411F3C6-480A-ADB0-92D9-CC1B53BC2A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04502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1A4DDBDD-B6F1-FD7C-B53F-F4F6A0DDD72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428270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6" name="Text Placeholder 25">
            <a:extLst>
              <a:ext uri="{FF2B5EF4-FFF2-40B4-BE49-F238E27FC236}">
                <a16:creationId xmlns:a16="http://schemas.microsoft.com/office/drawing/2014/main" id="{953158F9-183F-6A33-00F9-9DCE8EA702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28270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7" name="Text Placeholder 25">
            <a:extLst>
              <a:ext uri="{FF2B5EF4-FFF2-40B4-BE49-F238E27FC236}">
                <a16:creationId xmlns:a16="http://schemas.microsoft.com/office/drawing/2014/main" id="{878F3C0E-57BB-32F7-B0E0-ED45AFC8DDF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37606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8" name="Text Placeholder 25">
            <a:extLst>
              <a:ext uri="{FF2B5EF4-FFF2-40B4-BE49-F238E27FC236}">
                <a16:creationId xmlns:a16="http://schemas.microsoft.com/office/drawing/2014/main" id="{A7539808-3059-CE5A-C181-963DA76F527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37606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250247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390C8192-549F-68A2-E621-E7B24AA54EEF}"/>
              </a:ext>
            </a:extLst>
          </p:cNvPr>
          <p:cNvSpPr/>
          <p:nvPr userDrawn="1"/>
        </p:nvSpPr>
        <p:spPr>
          <a:xfrm>
            <a:off x="4403890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65F7D829-E863-B2A6-A956-579C27E92A0D}"/>
              </a:ext>
            </a:extLst>
          </p:cNvPr>
          <p:cNvSpPr/>
          <p:nvPr userDrawn="1"/>
        </p:nvSpPr>
        <p:spPr>
          <a:xfrm>
            <a:off x="8081623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700FA73C-2D10-F163-67A0-F1E85BF24FF0}"/>
              </a:ext>
            </a:extLst>
          </p:cNvPr>
          <p:cNvSpPr/>
          <p:nvPr userDrawn="1"/>
        </p:nvSpPr>
        <p:spPr>
          <a:xfrm>
            <a:off x="726157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Title 5">
            <a:extLst>
              <a:ext uri="{FF2B5EF4-FFF2-40B4-BE49-F238E27FC236}">
                <a16:creationId xmlns:a16="http://schemas.microsoft.com/office/drawing/2014/main" id="{5373FD89-520C-E7F2-0328-27EEB0D0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57" y="225425"/>
            <a:ext cx="8833751" cy="827088"/>
          </a:xfrm>
        </p:spPr>
        <p:txBody>
          <a:bodyPr/>
          <a:lstStyle/>
          <a:p>
            <a:endParaRPr lang="en-US"/>
          </a:p>
        </p:txBody>
      </p:sp>
      <p:sp>
        <p:nvSpPr>
          <p:cNvPr id="59" name="Text Placeholder 25">
            <a:extLst>
              <a:ext uri="{FF2B5EF4-FFF2-40B4-BE49-F238E27FC236}">
                <a16:creationId xmlns:a16="http://schemas.microsoft.com/office/drawing/2014/main" id="{20729A04-2707-B233-5440-DBC34C589D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33940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0" name="Text Placeholder 25">
            <a:extLst>
              <a:ext uri="{FF2B5EF4-FFF2-40B4-BE49-F238E27FC236}">
                <a16:creationId xmlns:a16="http://schemas.microsoft.com/office/drawing/2014/main" id="{B3CA3EA3-4B6C-6B10-5AF6-62373DA56F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04846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1" name="Text Placeholder 25">
            <a:extLst>
              <a:ext uri="{FF2B5EF4-FFF2-40B4-BE49-F238E27FC236}">
                <a16:creationId xmlns:a16="http://schemas.microsoft.com/office/drawing/2014/main" id="{058C12D1-A119-C14D-0CE1-2BC3FE252C0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89406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70" name="Text Placeholder 25">
            <a:extLst>
              <a:ext uri="{FF2B5EF4-FFF2-40B4-BE49-F238E27FC236}">
                <a16:creationId xmlns:a16="http://schemas.microsoft.com/office/drawing/2014/main" id="{08E485E9-5DA4-5440-C217-15C5B498432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8086" y="2110478"/>
            <a:ext cx="2768652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rgbClr val="00C68D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1" name="Text Placeholder 25">
            <a:extLst>
              <a:ext uri="{FF2B5EF4-FFF2-40B4-BE49-F238E27FC236}">
                <a16:creationId xmlns:a16="http://schemas.microsoft.com/office/drawing/2014/main" id="{DF94AF14-78CF-DDC2-F374-FC0DDFDAB2C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243" y="2110479"/>
            <a:ext cx="2697804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chemeClr val="accent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2" name="Text Placeholder 25">
            <a:extLst>
              <a:ext uri="{FF2B5EF4-FFF2-40B4-BE49-F238E27FC236}">
                <a16:creationId xmlns:a16="http://schemas.microsoft.com/office/drawing/2014/main" id="{F32C6A6F-DEB4-03FF-FC38-543F0DC742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83552" y="2110479"/>
            <a:ext cx="2780362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chemeClr val="accent2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928028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67B3DA23-E7E2-E8D2-234F-69C913219446}"/>
              </a:ext>
            </a:extLst>
          </p:cNvPr>
          <p:cNvSpPr/>
          <p:nvPr userDrawn="1"/>
        </p:nvSpPr>
        <p:spPr>
          <a:xfrm>
            <a:off x="4398036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E9474C84-AA68-E63B-C3F4-7803595369E7}"/>
              </a:ext>
            </a:extLst>
          </p:cNvPr>
          <p:cNvSpPr/>
          <p:nvPr userDrawn="1"/>
        </p:nvSpPr>
        <p:spPr>
          <a:xfrm>
            <a:off x="8075769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54477FB2-A8EE-9DAC-63DD-EA902A0F2BD5}"/>
              </a:ext>
            </a:extLst>
          </p:cNvPr>
          <p:cNvSpPr/>
          <p:nvPr userDrawn="1"/>
        </p:nvSpPr>
        <p:spPr>
          <a:xfrm>
            <a:off x="720303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61E8D07B-ACFC-0EC3-725D-828A57E3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03" y="225425"/>
            <a:ext cx="8839605" cy="827088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276E0A01-8FA3-1077-DE64-BEDF5035152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8086" y="4480772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00BBD5A4-29A6-37D6-F4C3-FB66D7F7BA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41243" y="4480772"/>
            <a:ext cx="2697804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D25ADC24-DFE1-5A45-BAED-8DC9C739D84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83552" y="4480772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28C06E0D-04C6-0B74-66FB-DE61D53C574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8086" y="3611803"/>
            <a:ext cx="2768652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7059C577-EF45-66DB-C133-D72F183F0C6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243" y="3611803"/>
            <a:ext cx="2697804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9164CD1-1F81-16ED-ABC6-14016482E3B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83552" y="3611803"/>
            <a:ext cx="2780362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16128753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F28D52-11AE-6ED2-2F9C-2377B354691A}"/>
              </a:ext>
            </a:extLst>
          </p:cNvPr>
          <p:cNvSpPr/>
          <p:nvPr userDrawn="1"/>
        </p:nvSpPr>
        <p:spPr>
          <a:xfrm>
            <a:off x="4403890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08113FC8-81F2-AF79-C350-1B21A4B560A0}"/>
              </a:ext>
            </a:extLst>
          </p:cNvPr>
          <p:cNvSpPr/>
          <p:nvPr userDrawn="1"/>
        </p:nvSpPr>
        <p:spPr>
          <a:xfrm>
            <a:off x="8081623" y="1658007"/>
            <a:ext cx="3384219" cy="4031591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2261C3A7-FEDF-0A59-8F92-FCC03B744146}"/>
              </a:ext>
            </a:extLst>
          </p:cNvPr>
          <p:cNvSpPr/>
          <p:nvPr userDrawn="1"/>
        </p:nvSpPr>
        <p:spPr>
          <a:xfrm>
            <a:off x="726157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itle 5">
            <a:extLst>
              <a:ext uri="{FF2B5EF4-FFF2-40B4-BE49-F238E27FC236}">
                <a16:creationId xmlns:a16="http://schemas.microsoft.com/office/drawing/2014/main" id="{E90F214F-C836-9EAA-7810-36CF340F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57" y="225425"/>
            <a:ext cx="8833751" cy="827088"/>
          </a:xfrm>
        </p:spPr>
        <p:txBody>
          <a:bodyPr/>
          <a:lstStyle/>
          <a:p>
            <a:endParaRPr lang="en-US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5327835-402C-8DE4-D899-9D30DA806D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24232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8D5483D-3ACD-6EE3-9FB0-2569CA1BA63B}"/>
              </a:ext>
            </a:extLst>
          </p:cNvPr>
          <p:cNvSpPr>
            <a:spLocks noGrp="1"/>
          </p:cNvSpPr>
          <p:nvPr>
            <p:ph idx="48" hasCustomPrompt="1"/>
          </p:nvPr>
        </p:nvSpPr>
        <p:spPr>
          <a:xfrm>
            <a:off x="4601496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23600AE2-EA88-2FED-6049-C21CC279476B}"/>
              </a:ext>
            </a:extLst>
          </p:cNvPr>
          <p:cNvSpPr>
            <a:spLocks noGrp="1"/>
          </p:cNvSpPr>
          <p:nvPr>
            <p:ph idx="49" hasCustomPrompt="1"/>
          </p:nvPr>
        </p:nvSpPr>
        <p:spPr>
          <a:xfrm>
            <a:off x="8278760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44B81D7-954A-BF66-B803-E76FC3E794B1}"/>
              </a:ext>
            </a:extLst>
          </p:cNvPr>
          <p:cNvSpPr>
            <a:spLocks noGrp="1"/>
          </p:cNvSpPr>
          <p:nvPr>
            <p:ph idx="50" hasCustomPrompt="1"/>
          </p:nvPr>
        </p:nvSpPr>
        <p:spPr>
          <a:xfrm>
            <a:off x="924232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  <a:p>
            <a:pPr lvl="0"/>
            <a:endParaRPr lang="en-CA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6AA9F7C-912F-441F-6020-893559F4D4C0}"/>
              </a:ext>
            </a:extLst>
          </p:cNvPr>
          <p:cNvSpPr>
            <a:spLocks noGrp="1"/>
          </p:cNvSpPr>
          <p:nvPr>
            <p:ph idx="51" hasCustomPrompt="1"/>
          </p:nvPr>
        </p:nvSpPr>
        <p:spPr>
          <a:xfrm>
            <a:off x="4601496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  <a:p>
            <a:pPr lvl="0"/>
            <a:endParaRPr lang="en-CA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036D5F10-3E15-F9DF-B642-0CB01C2DEA57}"/>
              </a:ext>
            </a:extLst>
          </p:cNvPr>
          <p:cNvSpPr>
            <a:spLocks noGrp="1"/>
          </p:cNvSpPr>
          <p:nvPr>
            <p:ph idx="52" hasCustomPrompt="1"/>
          </p:nvPr>
        </p:nvSpPr>
        <p:spPr>
          <a:xfrm>
            <a:off x="8278760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</p:txBody>
      </p:sp>
    </p:spTree>
    <p:extLst>
      <p:ext uri="{BB962C8B-B14F-4D97-AF65-F5344CB8AC3E}">
        <p14:creationId xmlns:p14="http://schemas.microsoft.com/office/powerpoint/2010/main" val="231931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DF94EA6F-67D2-2D1D-DE6C-2FE10A57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32" y="225425"/>
            <a:ext cx="11384826" cy="827088"/>
          </a:xfrm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05F699FC-F872-4F2D-0FC3-2A86B8B5B8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603" y="4516969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E90D9F3D-EE26-901E-9C23-D8E1F2319F5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86425" y="4516969"/>
            <a:ext cx="2697804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29A68A22-F747-24E4-34E3-BB076069580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74638" y="4516969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FACBCFFC-4E68-5A92-BB2A-AFC48378A8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77482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80788435-413D-7D3C-223A-30AC9CF427F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01790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8395F50B-0280-E25D-54E9-88AC3DBD797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370609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402933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27C559-BAE0-44B4-0B8D-161A5AA438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0757"/>
            <a:ext cx="12192000" cy="6868758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9E1645B-84BC-741B-5792-18AD67AE98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914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6A7ABD-69C7-7145-C963-093D74DF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1F1314-6C03-9205-892F-4FAF88FB77DC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3B8D875-D9E7-3CDB-8F29-171968AB609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013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g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29C3BE-31ED-4DA6-C822-A9B40F196D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0757"/>
            <a:ext cx="12192000" cy="6868758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B192C5-94CF-2DDF-CCE8-F6D566070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E8A90-B01E-F3F1-1347-77C2807E24FC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59370EFF-535E-C76F-7F2D-400EF8A61534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14C391A5-9B68-C98F-D776-E0BDEFAD57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119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1112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B1B9229-E01E-C9EE-CAEC-2E95B50E5B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ECB9B5A0-8635-B513-9571-388F0D5A34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124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492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ature, rainbow&#10;&#10;Description automatically generated">
            <a:extLst>
              <a:ext uri="{FF2B5EF4-FFF2-40B4-BE49-F238E27FC236}">
                <a16:creationId xmlns:a16="http://schemas.microsoft.com/office/drawing/2014/main" id="{E8DAD8AF-B35D-AB34-800F-2BDC3CF0C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0758"/>
            <a:ext cx="12192000" cy="6868758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6983481D-3CD6-FE57-D95F-94D32C8CEB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124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737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D951F4-8445-44AF-F977-7CF2D82D1CD5}"/>
              </a:ext>
            </a:extLst>
          </p:cNvPr>
          <p:cNvCxnSpPr>
            <a:cxnSpLocks/>
          </p:cNvCxnSpPr>
          <p:nvPr userDrawn="1"/>
        </p:nvCxnSpPr>
        <p:spPr>
          <a:xfrm flipH="1">
            <a:off x="5740400" y="1964655"/>
            <a:ext cx="151233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D328C6-5E43-20CC-F085-7A84DCDEF258}"/>
              </a:ext>
            </a:extLst>
          </p:cNvPr>
          <p:cNvCxnSpPr>
            <a:cxnSpLocks/>
          </p:cNvCxnSpPr>
          <p:nvPr userDrawn="1"/>
        </p:nvCxnSpPr>
        <p:spPr>
          <a:xfrm flipH="1">
            <a:off x="5455920" y="2921508"/>
            <a:ext cx="179681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647F21-6639-B514-2F1B-96D59A162F1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61280" y="3883935"/>
            <a:ext cx="20914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8EE40E-31F0-BA47-078B-097048A4ACA5}"/>
              </a:ext>
            </a:extLst>
          </p:cNvPr>
          <p:cNvCxnSpPr>
            <a:cxnSpLocks/>
          </p:cNvCxnSpPr>
          <p:nvPr userDrawn="1"/>
        </p:nvCxnSpPr>
        <p:spPr>
          <a:xfrm flipH="1">
            <a:off x="4570227" y="4832569"/>
            <a:ext cx="268250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CBDFF8-774C-2F99-982F-40B1C46229A3}"/>
              </a:ext>
            </a:extLst>
          </p:cNvPr>
          <p:cNvCxnSpPr>
            <a:cxnSpLocks/>
          </p:cNvCxnSpPr>
          <p:nvPr userDrawn="1"/>
        </p:nvCxnSpPr>
        <p:spPr>
          <a:xfrm flipH="1">
            <a:off x="4246880" y="5770812"/>
            <a:ext cx="30058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698F95D0-919A-5034-A713-2165538AD6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057" y="693159"/>
            <a:ext cx="6586834" cy="624576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376AE53-5EE6-7628-8D0F-D3C5658D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C1279-FC64-D4DA-A922-54D697E2838A}"/>
              </a:ext>
            </a:extLst>
          </p:cNvPr>
          <p:cNvSpPr txBox="1"/>
          <p:nvPr userDrawn="1"/>
        </p:nvSpPr>
        <p:spPr>
          <a:xfrm>
            <a:off x="7491046" y="182615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F307E-7EA2-779E-FD2F-410838C693A4}"/>
              </a:ext>
            </a:extLst>
          </p:cNvPr>
          <p:cNvSpPr txBox="1"/>
          <p:nvPr userDrawn="1"/>
        </p:nvSpPr>
        <p:spPr>
          <a:xfrm>
            <a:off x="7491046" y="2783009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6C6EAC-53C0-46DC-34E3-1A8C25CD4210}"/>
              </a:ext>
            </a:extLst>
          </p:cNvPr>
          <p:cNvSpPr txBox="1"/>
          <p:nvPr userDrawn="1"/>
        </p:nvSpPr>
        <p:spPr>
          <a:xfrm>
            <a:off x="7491046" y="374543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6CCAB8-AABE-0FEF-3201-9592336DEE28}"/>
              </a:ext>
            </a:extLst>
          </p:cNvPr>
          <p:cNvSpPr txBox="1"/>
          <p:nvPr userDrawn="1"/>
        </p:nvSpPr>
        <p:spPr>
          <a:xfrm>
            <a:off x="7491046" y="4694070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72C4D-D075-AFF6-8D63-38331922FADF}"/>
              </a:ext>
            </a:extLst>
          </p:cNvPr>
          <p:cNvSpPr txBox="1"/>
          <p:nvPr userDrawn="1"/>
        </p:nvSpPr>
        <p:spPr>
          <a:xfrm>
            <a:off x="7491046" y="5632313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250F81-CC07-9D20-A4F2-53A5540C40AC}"/>
              </a:ext>
            </a:extLst>
          </p:cNvPr>
          <p:cNvSpPr txBox="1"/>
          <p:nvPr userDrawn="1"/>
        </p:nvSpPr>
        <p:spPr>
          <a:xfrm>
            <a:off x="2310438" y="184154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A53889-A29E-9613-9DE4-8983B9E4E13F}"/>
              </a:ext>
            </a:extLst>
          </p:cNvPr>
          <p:cNvSpPr txBox="1"/>
          <p:nvPr userDrawn="1"/>
        </p:nvSpPr>
        <p:spPr>
          <a:xfrm>
            <a:off x="2310438" y="2798398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E2FFAE-3D49-A2E3-2FB9-EE404301DDAC}"/>
              </a:ext>
            </a:extLst>
          </p:cNvPr>
          <p:cNvSpPr txBox="1"/>
          <p:nvPr userDrawn="1"/>
        </p:nvSpPr>
        <p:spPr>
          <a:xfrm>
            <a:off x="2310438" y="376082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726493-F234-486C-415F-130F7305EFA4}"/>
              </a:ext>
            </a:extLst>
          </p:cNvPr>
          <p:cNvSpPr txBox="1"/>
          <p:nvPr userDrawn="1"/>
        </p:nvSpPr>
        <p:spPr>
          <a:xfrm>
            <a:off x="2310438" y="4709459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7EDCCF-C70E-173C-B430-8F97A94A7EE6}"/>
              </a:ext>
            </a:extLst>
          </p:cNvPr>
          <p:cNvSpPr txBox="1"/>
          <p:nvPr userDrawn="1"/>
        </p:nvSpPr>
        <p:spPr>
          <a:xfrm>
            <a:off x="2310438" y="5561596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7692370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524299-3911-C967-F554-54B90E577995}"/>
              </a:ext>
            </a:extLst>
          </p:cNvPr>
          <p:cNvSpPr/>
          <p:nvPr userDrawn="1"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FD4347-E828-76AB-B11D-F9F5D3E3B2F8}"/>
              </a:ext>
            </a:extLst>
          </p:cNvPr>
          <p:cNvSpPr/>
          <p:nvPr userDrawn="1"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2BFB79ED-A0D4-F89B-323E-E6D1FC85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03" y="225425"/>
            <a:ext cx="8839605" cy="82708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086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2A1EA4FF-DE2D-7CA8-05D1-FB9E74E284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3AED4C-A342-8093-0DFA-DCCC3FB8F6D8}"/>
              </a:ext>
            </a:extLst>
          </p:cNvPr>
          <p:cNvSpPr/>
          <p:nvPr userDrawn="1"/>
        </p:nvSpPr>
        <p:spPr>
          <a:xfrm>
            <a:off x="3124674" y="2245341"/>
            <a:ext cx="5647894" cy="2371125"/>
          </a:xfrm>
          <a:prstGeom prst="roundRect">
            <a:avLst>
              <a:gd name="adj" fmla="val 2205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B40274F-9310-F015-227C-D43961B923E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0731" y="3063071"/>
            <a:ext cx="2595781" cy="4585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099930-2AF8-56A8-030B-1A09A26F6A5D}"/>
              </a:ext>
            </a:extLst>
          </p:cNvPr>
          <p:cNvSpPr txBox="1"/>
          <p:nvPr userDrawn="1"/>
        </p:nvSpPr>
        <p:spPr>
          <a:xfrm>
            <a:off x="4062304" y="3658855"/>
            <a:ext cx="3772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0" i="0" spc="150" baseline="0">
                <a:solidFill>
                  <a:schemeClr val="tx1"/>
                </a:solidFill>
                <a:latin typeface="Bernina Sans Offc" panose="02000000000000000000" pitchFamily="2" charset="77"/>
              </a:rPr>
              <a:t>CLOUD DONE RIGHT</a:t>
            </a:r>
          </a:p>
        </p:txBody>
      </p:sp>
    </p:spTree>
    <p:extLst>
      <p:ext uri="{BB962C8B-B14F-4D97-AF65-F5344CB8AC3E}">
        <p14:creationId xmlns:p14="http://schemas.microsoft.com/office/powerpoint/2010/main" val="3292047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0A1EF22-91BD-AEDA-154A-5BD0259887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CDB1192-6647-C04E-C677-3094EF780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371599"/>
            <a:ext cx="11306175" cy="486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78915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6C673CB-DC5F-E85D-885D-8FEA2B37F6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113779"/>
            <a:ext cx="10406958" cy="923330"/>
          </a:xfrm>
        </p:spPr>
        <p:txBody>
          <a:bodyPr wrap="square"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429000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 userDrawn="1"/>
        </p:nvSpPr>
        <p:spPr>
          <a:xfrm>
            <a:off x="458763" y="3187335"/>
            <a:ext cx="1090868" cy="274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61968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1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4C23A9-51A4-DC1D-5B2F-552D55C023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DE803-756D-3BE9-C07C-1DF63A2F38AE}"/>
              </a:ext>
            </a:extLst>
          </p:cNvPr>
          <p:cNvSpPr/>
          <p:nvPr userDrawn="1"/>
        </p:nvSpPr>
        <p:spPr>
          <a:xfrm>
            <a:off x="7577161" y="286566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149534"/>
            <a:ext cx="6616793" cy="1477328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C7517208-B8B4-2B63-CC49-DFF9D0932F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786730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3B74FC-707F-3C79-B1EB-C763514185C4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AE65C00-3A3B-4B54-BD0E-39B38BB65A79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89F18-9758-077E-C907-97D37327C363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56F7D9-727D-4A22-3861-7ECAA07AD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3266047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E4C6651-AAB6-3220-2562-48842625C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3562525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 userDrawn="1"/>
        </p:nvSpPr>
        <p:spPr>
          <a:xfrm>
            <a:off x="458763" y="3777088"/>
            <a:ext cx="1090868" cy="274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82292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6D65AC1-60C7-5E24-6F98-63B8CC0229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DE803-756D-3BE9-C07C-1DF63A2F38AE}"/>
              </a:ext>
            </a:extLst>
          </p:cNvPr>
          <p:cNvSpPr/>
          <p:nvPr userDrawn="1"/>
        </p:nvSpPr>
        <p:spPr>
          <a:xfrm>
            <a:off x="7577161" y="204434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149534"/>
            <a:ext cx="6616793" cy="1477328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C7517208-B8B4-2B63-CC49-DFF9D0932F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965408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3B74FC-707F-3C79-B1EB-C763514185C4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AE65C00-3A3B-4B54-BD0E-39B38BB65A79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89F18-9758-077E-C907-97D37327C363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56F7D9-727D-4A22-3861-7ECAA07AD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2349725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E4C6651-AAB6-3220-2562-48842625C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2646203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 userDrawn="1"/>
        </p:nvSpPr>
        <p:spPr>
          <a:xfrm>
            <a:off x="458763" y="3777088"/>
            <a:ext cx="1090868" cy="274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223965-EA47-80B0-1E9E-02FF4F8ECDBE}"/>
              </a:ext>
            </a:extLst>
          </p:cNvPr>
          <p:cNvSpPr/>
          <p:nvPr userDrawn="1"/>
        </p:nvSpPr>
        <p:spPr>
          <a:xfrm>
            <a:off x="7577161" y="3710289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A4D3461B-8B67-CB42-60EF-8DA95FB016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498225" y="3631355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EAAB8820-6D99-C91F-FD59-9BB7FD0E65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47003" y="4015672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1274B4B-A0A9-867F-27CF-07D16BF2E5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003" y="4312150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191610797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3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E1F843CA-CC65-0BBF-D197-CD53CF7EF4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DE803-756D-3BE9-C07C-1DF63A2F38AE}"/>
              </a:ext>
            </a:extLst>
          </p:cNvPr>
          <p:cNvSpPr/>
          <p:nvPr userDrawn="1"/>
        </p:nvSpPr>
        <p:spPr>
          <a:xfrm>
            <a:off x="7577161" y="117890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149534"/>
            <a:ext cx="6616793" cy="1477328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C7517208-B8B4-2B63-CC49-DFF9D0932F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099967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3B74FC-707F-3C79-B1EB-C763514185C4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AE65C00-3A3B-4B54-BD0E-39B38BB65A79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89F18-9758-077E-C907-97D37327C363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56F7D9-727D-4A22-3861-7ECAA07AD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1484284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E4C6651-AAB6-3220-2562-48842625C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780762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 userDrawn="1"/>
        </p:nvSpPr>
        <p:spPr>
          <a:xfrm>
            <a:off x="458763" y="3777088"/>
            <a:ext cx="1090868" cy="274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223965-EA47-80B0-1E9E-02FF4F8ECDBE}"/>
              </a:ext>
            </a:extLst>
          </p:cNvPr>
          <p:cNvSpPr/>
          <p:nvPr userDrawn="1"/>
        </p:nvSpPr>
        <p:spPr>
          <a:xfrm>
            <a:off x="7577161" y="283388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A4D3461B-8B67-CB42-60EF-8DA95FB016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498225" y="2754953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EAAB8820-6D99-C91F-FD59-9BB7FD0E65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47003" y="3139270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1274B4B-A0A9-867F-27CF-07D16BF2E5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003" y="3435748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B2E89DD-8873-2840-7607-D8284EC9B387}"/>
              </a:ext>
            </a:extLst>
          </p:cNvPr>
          <p:cNvSpPr/>
          <p:nvPr userDrawn="1"/>
        </p:nvSpPr>
        <p:spPr>
          <a:xfrm>
            <a:off x="7577161" y="448887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9882B00A-F244-0E33-BAAA-35B84E1190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498225" y="4409940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2705C819-9F8C-7E13-968B-A4A3B970B3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47003" y="4794257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5E2D0903-E01D-EDB3-4701-CBDD33534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47003" y="5090735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21468329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708C8FE4-69DE-514C-8E2A-CCD83102C2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26DE803-756D-3BE9-C07C-1DF63A2F38AE}"/>
              </a:ext>
            </a:extLst>
          </p:cNvPr>
          <p:cNvSpPr/>
          <p:nvPr userDrawn="1"/>
        </p:nvSpPr>
        <p:spPr>
          <a:xfrm>
            <a:off x="7577161" y="34529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149534"/>
            <a:ext cx="6616793" cy="1477328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C7517208-B8B4-2B63-CC49-DFF9D0932F3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66363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40187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53B74FC-707F-3C79-B1EB-C763514185C4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AE65C00-3A3B-4B54-BD0E-39B38BB65A79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789F18-9758-077E-C907-97D37327C363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956F7D9-727D-4A22-3861-7ECAA07ADE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650680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E4C6651-AAB6-3220-2562-48842625C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962148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261D4-1C25-9B1B-8326-5B0F8EBA718F}"/>
              </a:ext>
            </a:extLst>
          </p:cNvPr>
          <p:cNvSpPr/>
          <p:nvPr userDrawn="1"/>
        </p:nvSpPr>
        <p:spPr>
          <a:xfrm>
            <a:off x="458763" y="3777088"/>
            <a:ext cx="1090868" cy="274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223965-EA47-80B0-1E9E-02FF4F8ECDBE}"/>
              </a:ext>
            </a:extLst>
          </p:cNvPr>
          <p:cNvSpPr/>
          <p:nvPr userDrawn="1"/>
        </p:nvSpPr>
        <p:spPr>
          <a:xfrm>
            <a:off x="7577161" y="2003095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A4D3461B-8B67-CB42-60EF-8DA95FB016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498225" y="1924161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EAAB8820-6D99-C91F-FD59-9BB7FD0E656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47003" y="2308478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1274B4B-A0A9-867F-27CF-07D16BF2E55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003" y="2619946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B2E89DD-8873-2840-7607-D8284EC9B387}"/>
              </a:ext>
            </a:extLst>
          </p:cNvPr>
          <p:cNvSpPr/>
          <p:nvPr userDrawn="1"/>
        </p:nvSpPr>
        <p:spPr>
          <a:xfrm>
            <a:off x="7577161" y="3660893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9882B00A-F244-0E33-BAAA-35B84E1190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498225" y="3581959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2705C819-9F8C-7E13-968B-A4A3B970B3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047003" y="3966276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5E2D0903-E01D-EDB3-4701-CBDD335346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47003" y="4277744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7306DE0-9B3C-6A5D-F988-01E9AC8F8670}"/>
              </a:ext>
            </a:extLst>
          </p:cNvPr>
          <p:cNvSpPr/>
          <p:nvPr userDrawn="1"/>
        </p:nvSpPr>
        <p:spPr>
          <a:xfrm>
            <a:off x="7577161" y="53186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4" name="Picture Placeholder 15">
            <a:extLst>
              <a:ext uri="{FF2B5EF4-FFF2-40B4-BE49-F238E27FC236}">
                <a16:creationId xmlns:a16="http://schemas.microsoft.com/office/drawing/2014/main" id="{48EE8DB5-3C8C-1D78-D71F-69C14FD6B49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498225" y="5239758"/>
            <a:ext cx="1284541" cy="1284541"/>
          </a:xfrm>
          <a:prstGeom prst="roundRect">
            <a:avLst>
              <a:gd name="adj" fmla="val 1919"/>
            </a:avLst>
          </a:prstGeom>
          <a:solidFill>
            <a:srgbClr val="00071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headshot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0A4E7C86-2DC6-AE89-F005-3E42581231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47003" y="5624075"/>
            <a:ext cx="246888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cap="all" spc="3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F323A593-45D1-7ABA-76FD-F689ECED25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47003" y="5935543"/>
            <a:ext cx="246888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377224795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0A1EF22-91BD-AEDA-154A-5BD0259887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CDB1192-6647-C04E-C677-3094EF780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2" y="1371599"/>
            <a:ext cx="11306175" cy="486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08187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6B9587A-17F9-DC73-1AE7-FB5651FF1D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90700" y="2778767"/>
            <a:ext cx="8085847" cy="677943"/>
          </a:xfrm>
        </p:spPr>
        <p:txBody>
          <a:bodyPr wrap="square" tIns="0" bIns="0" anchor="b">
            <a:spAutoFit/>
          </a:bodyPr>
          <a:lstStyle>
            <a:lvl1pPr algn="l">
              <a:defRPr sz="4800" spc="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B7E4E-D906-E666-0421-A39F2A511A6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90698" y="3417125"/>
            <a:ext cx="8085847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7023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842734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FBA4F41-6FB6-3EBD-D004-CEB7ED48E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198577"/>
              <a:gd name="connsiteX1" fmla="*/ 12192000 w 12192000"/>
              <a:gd name="connsiteY1" fmla="*/ 0 h 6198577"/>
              <a:gd name="connsiteX2" fmla="*/ 12192000 w 12192000"/>
              <a:gd name="connsiteY2" fmla="*/ 6198577 h 6198577"/>
              <a:gd name="connsiteX3" fmla="*/ 0 w 12192000"/>
              <a:gd name="connsiteY3" fmla="*/ 6198577 h 619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198577">
                <a:moveTo>
                  <a:pt x="0" y="0"/>
                </a:moveTo>
                <a:lnTo>
                  <a:pt x="12192000" y="0"/>
                </a:lnTo>
                <a:lnTo>
                  <a:pt x="12192000" y="6198577"/>
                </a:lnTo>
                <a:lnTo>
                  <a:pt x="0" y="6198577"/>
                </a:lnTo>
                <a:close/>
              </a:path>
            </a:pathLst>
          </a:custGeom>
        </p:spPr>
        <p:txBody>
          <a:bodyPr wrap="square" rIns="396000" anchor="ctr">
            <a:noAutofit/>
          </a:bodyPr>
          <a:lstStyle>
            <a:lvl1pPr marL="0" indent="0" algn="r">
              <a:buNone/>
              <a:defRPr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A5FCD5-6CB6-48D6-2005-915F96D989C5}"/>
              </a:ext>
            </a:extLst>
          </p:cNvPr>
          <p:cNvGrpSpPr/>
          <p:nvPr userDrawn="1"/>
        </p:nvGrpSpPr>
        <p:grpSpPr>
          <a:xfrm>
            <a:off x="12328207" y="-10758"/>
            <a:ext cx="1973057" cy="3229446"/>
            <a:chOff x="12328207" y="-10758"/>
            <a:chExt cx="1973057" cy="3229446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451EE6F6-96E7-E1CF-F691-709CA741DDAD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8746AC-A978-860C-40CA-C08D14AC11B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965979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300"/>
                </a:spcAft>
                <a:buClrTx/>
                <a:buSzTx/>
                <a:buFont typeface="Wingdings" charset="2"/>
                <a:buNone/>
                <a:tabLst/>
                <a:defRPr/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Note:</a:t>
              </a:r>
            </a:p>
            <a:p>
              <a:pPr marL="93663" marR="0" lvl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You can move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where you want in the slide, but take care to select both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background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and the image placeholder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809162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B53751-5DD7-9BE6-9859-79766A3C1490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8B178A0A-C7B5-E965-67C9-18E4103963D2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ADDDFF-C458-25FE-059B-D86802A42CB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8A49F26-C5CC-FA1D-EB87-2EADB7364128}"/>
              </a:ext>
            </a:extLst>
          </p:cNvPr>
          <p:cNvGrpSpPr/>
          <p:nvPr userDrawn="1"/>
        </p:nvGrpSpPr>
        <p:grpSpPr>
          <a:xfrm>
            <a:off x="12328207" y="-10758"/>
            <a:ext cx="1973057" cy="3229446"/>
            <a:chOff x="12328207" y="-10758"/>
            <a:chExt cx="1973057" cy="3229446"/>
          </a:xfrm>
        </p:grpSpPr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0CA13E23-9DF7-0544-F5DA-BDF7AD60CD9F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76D342-E60E-44D5-1A6A-A75AB1D82E7E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965979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300"/>
                </a:spcAft>
                <a:buClrTx/>
                <a:buSzTx/>
                <a:buFont typeface="Wingdings" charset="2"/>
                <a:buNone/>
                <a:tabLst/>
                <a:defRPr/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Note:</a:t>
              </a:r>
            </a:p>
            <a:p>
              <a:pPr marL="93663" marR="0" lvl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You can move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where you want in the slide, but take care to select both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background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and the image placeholder</a:t>
              </a:r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A584630-27D6-2A0A-06DE-D21790ED7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371599"/>
            <a:ext cx="5423049" cy="4865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572C2A20-9FB8-DE67-7EAB-9FDCE96A97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5837E271-D7C2-FB22-0FEE-8EA1624076B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096000" y="1395991"/>
            <a:ext cx="5562600" cy="484129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56894560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images wti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3400" y="1395991"/>
            <a:ext cx="5389228" cy="229511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79454" y="1395991"/>
            <a:ext cx="5389228" cy="229511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66CCFE-58B6-CD41-EB00-6613A4B970C9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050B957-65E3-DB8C-E8DF-AC79ABB2C812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7AC3D36-9A7E-A6BD-9E3F-A0809AC750D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18F0AFCB-129F-2107-E2F5-649D81D3B8D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33570" y="3861808"/>
            <a:ext cx="5388937" cy="338554"/>
          </a:xfrm>
        </p:spPr>
        <p:txBody>
          <a:bodyPr wrap="square" tIns="45720" bIns="45720" anchor="b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None/>
              <a:defRPr sz="1600" cap="all" spc="4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4BDEF24D-F932-4FB4-2893-6925CB43509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33400" y="4215788"/>
            <a:ext cx="5389228" cy="188277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215900" indent="0">
              <a:buNone/>
              <a:defRPr sz="1600"/>
            </a:lvl2pPr>
            <a:lvl3pPr marL="444500" indent="0">
              <a:buNone/>
              <a:defRPr sz="1400"/>
            </a:lvl3pPr>
            <a:lvl4pPr marL="639762" indent="0">
              <a:buNone/>
              <a:defRPr sz="1200"/>
            </a:lvl4pPr>
            <a:lvl5pPr marL="811212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4E28513C-F9DE-6F77-E4D2-8E224AB5DB5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79454" y="3861808"/>
            <a:ext cx="5388937" cy="338554"/>
          </a:xfrm>
        </p:spPr>
        <p:txBody>
          <a:bodyPr wrap="square" tIns="45720" bIns="45720" anchor="b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None/>
              <a:defRPr sz="1600" cap="all" spc="4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8A5FA855-371E-1507-7189-3A5815B1BBD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279454" y="4215788"/>
            <a:ext cx="5389228" cy="188277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215900" indent="0">
              <a:buNone/>
              <a:defRPr sz="1600"/>
            </a:lvl2pPr>
            <a:lvl3pPr marL="444500" indent="0">
              <a:buNone/>
              <a:defRPr sz="1400"/>
            </a:lvl3pPr>
            <a:lvl4pPr marL="639762" indent="0">
              <a:buNone/>
              <a:defRPr sz="1200"/>
            </a:lvl4pPr>
            <a:lvl5pPr marL="811212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879674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ti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66CCFE-58B6-CD41-EB00-6613A4B970C9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050B957-65E3-DB8C-E8DF-AC79ABB2C812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7AC3D36-9A7E-A6BD-9E3F-A0809AC750D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" name="Picture Placeholder 19">
            <a:extLst>
              <a:ext uri="{FF2B5EF4-FFF2-40B4-BE49-F238E27FC236}">
                <a16:creationId xmlns:a16="http://schemas.microsoft.com/office/drawing/2014/main" id="{1EEE6A29-236F-05FE-3939-397481CD9B5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3400" y="1395991"/>
            <a:ext cx="3547872" cy="229511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275C49E7-2CED-8EE8-8DF9-B41BD20C3B0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322160" y="1395991"/>
            <a:ext cx="3547872" cy="229511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0" name="Picture Placeholder 19">
            <a:extLst>
              <a:ext uri="{FF2B5EF4-FFF2-40B4-BE49-F238E27FC236}">
                <a16:creationId xmlns:a16="http://schemas.microsoft.com/office/drawing/2014/main" id="{16B66167-545F-D14B-959B-77B24FEAF9C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8120810" y="1395991"/>
            <a:ext cx="3547872" cy="229511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BC8852DA-A3FD-E33A-6F32-2B751FDAC52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3495" y="3853330"/>
            <a:ext cx="3547872" cy="338554"/>
          </a:xfrm>
        </p:spPr>
        <p:txBody>
          <a:bodyPr wrap="square" tIns="45720" bIns="45720" anchor="b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None/>
              <a:defRPr sz="1600" cap="all" spc="4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4882EA85-5834-3ED1-B0ED-7FF621F099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22064" y="3853330"/>
            <a:ext cx="3547872" cy="338554"/>
          </a:xfrm>
        </p:spPr>
        <p:txBody>
          <a:bodyPr wrap="square" tIns="45720" bIns="45720" anchor="b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None/>
              <a:defRPr sz="1600" cap="all" spc="4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CDE17024-BB2A-1459-EBD5-8EF389ACF7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20714" y="3853330"/>
            <a:ext cx="3547872" cy="338554"/>
          </a:xfrm>
        </p:spPr>
        <p:txBody>
          <a:bodyPr wrap="square" tIns="45720" bIns="45720" anchor="b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300"/>
              </a:spcBef>
              <a:buNone/>
              <a:defRPr sz="1600" cap="all" spc="400" baseline="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D6118AF4-7D97-F062-9331-01DBE044979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33400" y="4207310"/>
            <a:ext cx="3548063" cy="188277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215900" indent="0">
              <a:buNone/>
              <a:defRPr sz="1600"/>
            </a:lvl2pPr>
            <a:lvl3pPr marL="444500" indent="0">
              <a:buNone/>
              <a:defRPr sz="1400"/>
            </a:lvl3pPr>
            <a:lvl4pPr marL="639762" indent="0">
              <a:buNone/>
              <a:defRPr sz="1200"/>
            </a:lvl4pPr>
            <a:lvl5pPr marL="811212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C3F7063E-CCA8-5816-338D-ED77F626D8C6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27010" y="4207310"/>
            <a:ext cx="3548063" cy="188277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215900" indent="0">
              <a:buNone/>
              <a:defRPr sz="1600"/>
            </a:lvl2pPr>
            <a:lvl3pPr marL="444500" indent="0">
              <a:buNone/>
              <a:defRPr sz="1400"/>
            </a:lvl3pPr>
            <a:lvl4pPr marL="639762" indent="0">
              <a:buNone/>
              <a:defRPr sz="1200"/>
            </a:lvl4pPr>
            <a:lvl5pPr marL="811212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94515AEC-7022-4740-EB03-7B858291B91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120619" y="4207310"/>
            <a:ext cx="3548063" cy="188277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215900" indent="0">
              <a:buNone/>
              <a:defRPr sz="1600"/>
            </a:lvl2pPr>
            <a:lvl3pPr marL="444500" indent="0">
              <a:buNone/>
              <a:defRPr sz="1400"/>
            </a:lvl3pPr>
            <a:lvl4pPr marL="639762" indent="0">
              <a:buNone/>
              <a:defRPr sz="1200"/>
            </a:lvl4pPr>
            <a:lvl5pPr marL="811212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902005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3400" y="1395991"/>
            <a:ext cx="5449824" cy="243393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08776" y="1395991"/>
            <a:ext cx="5449824" cy="243393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33400" y="4055481"/>
            <a:ext cx="5449824" cy="243393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08776" y="4055481"/>
            <a:ext cx="5449824" cy="2433938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B66CCFE-58B6-CD41-EB00-6613A4B970C9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6" name="Rectangle 14">
              <a:extLst>
                <a:ext uri="{FF2B5EF4-FFF2-40B4-BE49-F238E27FC236}">
                  <a16:creationId xmlns:a16="http://schemas.microsoft.com/office/drawing/2014/main" id="{A050B957-65E3-DB8C-E8DF-AC79ABB2C812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7AC3D36-9A7E-A6BD-9E3F-A0809AC750D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289801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33400" y="1395994"/>
            <a:ext cx="3547872" cy="2286000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322160" y="1395994"/>
            <a:ext cx="3547872" cy="2286000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120810" y="1395994"/>
            <a:ext cx="3547872" cy="2286000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33400" y="3907851"/>
            <a:ext cx="3547872" cy="2286000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322160" y="3907851"/>
            <a:ext cx="3547872" cy="2286000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120810" y="3907851"/>
            <a:ext cx="3547872" cy="2286000"/>
          </a:xfrm>
          <a:prstGeom prst="rect">
            <a:avLst/>
          </a:prstGeom>
          <a:noFill/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28465F-8C3F-C332-C66E-EDCCE53A6537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4331EB05-B211-2474-D150-652BFA4E8E96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12F791-0A10-2339-9781-DFBC0E2A9EA0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049051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C644F4F-BBDF-1E4F-5349-D64A52F99BF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33400" y="1395990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1BAAB6D3-E095-529F-1760-00A4F6D370F5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322160" y="1395990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C9DBA87B-2A0E-CD17-3490-0920F0B8394C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8120810" y="1395990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9C314E90-1712-7733-4A47-A00921408E19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533400" y="3167564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1" name="Picture Placeholder 31">
            <a:extLst>
              <a:ext uri="{FF2B5EF4-FFF2-40B4-BE49-F238E27FC236}">
                <a16:creationId xmlns:a16="http://schemas.microsoft.com/office/drawing/2014/main" id="{E856069C-0793-9B81-9FB3-58403B1177A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322160" y="3167564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AFB804EB-0D2F-4348-D6C6-51BCCC66C13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20810" y="3167564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6" name="Picture Placeholder 35">
            <a:extLst>
              <a:ext uri="{FF2B5EF4-FFF2-40B4-BE49-F238E27FC236}">
                <a16:creationId xmlns:a16="http://schemas.microsoft.com/office/drawing/2014/main" id="{5EDDEF8A-A5B1-1FDE-77B3-D072E0680566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533400" y="4939137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18" name="Picture Placeholder 37">
            <a:extLst>
              <a:ext uri="{FF2B5EF4-FFF2-40B4-BE49-F238E27FC236}">
                <a16:creationId xmlns:a16="http://schemas.microsoft.com/office/drawing/2014/main" id="{1CC25ECC-2B9F-13F5-FAB8-F9DFBC1E1E63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4322160" y="4939137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F4181F25-DF9D-54F3-6800-E06A39B7864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8120810" y="4939137"/>
            <a:ext cx="3547872" cy="1543537"/>
          </a:xfrm>
          <a:prstGeom prst="rect">
            <a:avLst/>
          </a:prstGeom>
          <a:noFill/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Insert image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E14719-3DA5-3554-A4D9-0995B82190F4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23" name="Rectangle 14">
              <a:extLst>
                <a:ext uri="{FF2B5EF4-FFF2-40B4-BE49-F238E27FC236}">
                  <a16:creationId xmlns:a16="http://schemas.microsoft.com/office/drawing/2014/main" id="{2B0381C3-23A3-2228-C20A-EA265C8F877C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5C41DB6-1E26-8033-B111-86CF0D61EF20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B94BB3-2F7C-63A3-993D-DD5C46CC4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19887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7200000">
            <a:off x="3872879" y="574212"/>
            <a:ext cx="13143781" cy="8548397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376313"/>
            <a:ext cx="5679130" cy="4860976"/>
          </a:xfrm>
          <a:prstGeom prst="rect">
            <a:avLst/>
          </a:prstGeom>
          <a:solidFill>
            <a:schemeClr val="bg1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B53751-5DD7-9BE6-9859-79766A3C1490}"/>
              </a:ext>
            </a:extLst>
          </p:cNvPr>
          <p:cNvGrpSpPr/>
          <p:nvPr userDrawn="1"/>
        </p:nvGrpSpPr>
        <p:grpSpPr>
          <a:xfrm>
            <a:off x="12328207" y="-10758"/>
            <a:ext cx="1973057" cy="2302544"/>
            <a:chOff x="12328207" y="-10758"/>
            <a:chExt cx="1973057" cy="2302544"/>
          </a:xfrm>
        </p:grpSpPr>
        <p:sp>
          <p:nvSpPr>
            <p:cNvPr id="4" name="Rectangle 14">
              <a:extLst>
                <a:ext uri="{FF2B5EF4-FFF2-40B4-BE49-F238E27FC236}">
                  <a16:creationId xmlns:a16="http://schemas.microsoft.com/office/drawing/2014/main" id="{8B178A0A-C7B5-E965-67C9-18E4103963D2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ADDDFF-C458-25FE-059B-D86802A42CB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03907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</a:t>
              </a:r>
              <a:r>
                <a:rPr lang="en-US" sz="900" b="0" i="0" kern="1200">
                  <a:solidFill>
                    <a:schemeClr val="tx1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</p:txBody>
        </p:sp>
      </p:grp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0C780D-3802-1E0F-EB42-D8566DE0233F}"/>
              </a:ext>
            </a:extLst>
          </p:cNvPr>
          <p:cNvSpPr/>
          <p:nvPr userDrawn="1"/>
        </p:nvSpPr>
        <p:spPr>
          <a:xfrm>
            <a:off x="-1430581" y="-3523979"/>
            <a:ext cx="14541274" cy="3513221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F12CA8-71F7-74E4-A2C7-62290A758D08}"/>
              </a:ext>
            </a:extLst>
          </p:cNvPr>
          <p:cNvSpPr/>
          <p:nvPr userDrawn="1"/>
        </p:nvSpPr>
        <p:spPr>
          <a:xfrm>
            <a:off x="-2038981" y="6858000"/>
            <a:ext cx="17171914" cy="4536831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8DAB6E-0194-0555-729E-79D73A74103C}"/>
              </a:ext>
            </a:extLst>
          </p:cNvPr>
          <p:cNvSpPr/>
          <p:nvPr userDrawn="1"/>
        </p:nvSpPr>
        <p:spPr>
          <a:xfrm>
            <a:off x="-3959541" y="-1862125"/>
            <a:ext cx="3934872" cy="10582249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D31E11-ED10-B425-BEB9-999B9FFC366A}"/>
              </a:ext>
            </a:extLst>
          </p:cNvPr>
          <p:cNvSpPr/>
          <p:nvPr userDrawn="1"/>
        </p:nvSpPr>
        <p:spPr>
          <a:xfrm flipH="1">
            <a:off x="12191999" y="-1862125"/>
            <a:ext cx="5145997" cy="10582249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5219789" cy="4860976"/>
          </a:xfr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  <a:lvl2pPr>
              <a:defRPr b="0" i="0">
                <a:latin typeface="Bernina Sans Offc" panose="02000000000000000000" pitchFamily="2" charset="77"/>
              </a:defRPr>
            </a:lvl2pPr>
            <a:lvl3pPr>
              <a:defRPr b="0" i="0">
                <a:latin typeface="Bernina Sans Offc" panose="02000000000000000000" pitchFamily="2" charset="77"/>
              </a:defRPr>
            </a:lvl3pPr>
            <a:lvl4pPr>
              <a:defRPr b="0" i="0">
                <a:latin typeface="Bernina Sans Offc" panose="02000000000000000000" pitchFamily="2" charset="77"/>
              </a:defRPr>
            </a:lvl4pPr>
            <a:lvl5pPr>
              <a:defRPr b="0" i="0"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4E53B2-E540-46DD-3A31-86EA2C7A52FB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A49F26-C5CC-FA1D-EB87-2EADB7364128}"/>
              </a:ext>
            </a:extLst>
          </p:cNvPr>
          <p:cNvGrpSpPr/>
          <p:nvPr userDrawn="1"/>
        </p:nvGrpSpPr>
        <p:grpSpPr>
          <a:xfrm>
            <a:off x="12328207" y="-10758"/>
            <a:ext cx="1973057" cy="3229446"/>
            <a:chOff x="12328207" y="-10758"/>
            <a:chExt cx="1973057" cy="3229446"/>
          </a:xfrm>
        </p:grpSpPr>
        <p:sp>
          <p:nvSpPr>
            <p:cNvPr id="10" name="Rectangle 14">
              <a:extLst>
                <a:ext uri="{FF2B5EF4-FFF2-40B4-BE49-F238E27FC236}">
                  <a16:creationId xmlns:a16="http://schemas.microsoft.com/office/drawing/2014/main" id="{0CA13E23-9DF7-0544-F5DA-BDF7AD60CD9F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B76D342-E60E-44D5-1A6A-A75AB1D82E7E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965979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300"/>
                </a:spcAft>
                <a:buClrTx/>
                <a:buSzTx/>
                <a:buFont typeface="Wingdings" charset="2"/>
                <a:buNone/>
                <a:tabLst/>
                <a:defRPr/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Note:</a:t>
              </a:r>
            </a:p>
            <a:p>
              <a:pPr marL="93663" marR="0" lvl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You can move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where you want in the slide, but take care to select both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background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and the image placeholder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217296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72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CE45A2-E8B2-3F04-11DA-58E25FD6E977}"/>
              </a:ext>
            </a:extLst>
          </p:cNvPr>
          <p:cNvSpPr/>
          <p:nvPr userDrawn="1"/>
        </p:nvSpPr>
        <p:spPr>
          <a:xfrm rot="5400000">
            <a:off x="4898508" y="2350594"/>
            <a:ext cx="3934872" cy="13003367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A5FCD5-6CB6-48D6-2005-915F96D989C5}"/>
              </a:ext>
            </a:extLst>
          </p:cNvPr>
          <p:cNvGrpSpPr/>
          <p:nvPr userDrawn="1"/>
        </p:nvGrpSpPr>
        <p:grpSpPr>
          <a:xfrm>
            <a:off x="12328207" y="-10758"/>
            <a:ext cx="1973057" cy="3229446"/>
            <a:chOff x="12328207" y="-10758"/>
            <a:chExt cx="1973057" cy="3229446"/>
          </a:xfrm>
        </p:grpSpPr>
        <p:sp>
          <p:nvSpPr>
            <p:cNvPr id="9" name="Rectangle 14">
              <a:extLst>
                <a:ext uri="{FF2B5EF4-FFF2-40B4-BE49-F238E27FC236}">
                  <a16:creationId xmlns:a16="http://schemas.microsoft.com/office/drawing/2014/main" id="{451EE6F6-96E7-E1CF-F691-709CA741DDAD}"/>
                </a:ext>
              </a:extLst>
            </p:cNvPr>
            <p:cNvSpPr/>
            <p:nvPr userDrawn="1"/>
          </p:nvSpPr>
          <p:spPr>
            <a:xfrm>
              <a:off x="12328207" y="-10758"/>
              <a:ext cx="1973057" cy="268942"/>
            </a:xfrm>
            <a:custGeom>
              <a:avLst/>
              <a:gdLst/>
              <a:ahLst/>
              <a:cxnLst/>
              <a:rect l="l" t="t" r="r" b="b"/>
              <a:pathLst>
                <a:path w="1861974" h="209552">
                  <a:moveTo>
                    <a:pt x="90324" y="0"/>
                  </a:moveTo>
                  <a:lnTo>
                    <a:pt x="1861974" y="0"/>
                  </a:lnTo>
                  <a:lnTo>
                    <a:pt x="1861974" y="209551"/>
                  </a:lnTo>
                  <a:lnTo>
                    <a:pt x="180647" y="209551"/>
                  </a:lnTo>
                  <a:lnTo>
                    <a:pt x="180647" y="209552"/>
                  </a:lnTo>
                  <a:lnTo>
                    <a:pt x="180646" y="209551"/>
                  </a:lnTo>
                  <a:lnTo>
                    <a:pt x="90324" y="209551"/>
                  </a:lnTo>
                  <a:lnTo>
                    <a:pt x="90324" y="157164"/>
                  </a:lnTo>
                  <a:lnTo>
                    <a:pt x="0" y="104777"/>
                  </a:lnTo>
                  <a:lnTo>
                    <a:pt x="90324" y="5238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88900" indent="0" algn="l"/>
              <a:r>
                <a:rPr lang="en-US" sz="1000" b="0" i="0">
                  <a:latin typeface="Bernina Sans Offc" panose="02000000000000000000" pitchFamily="2" charset="77"/>
                  <a:ea typeface="Raleway" charset="0"/>
                  <a:cs typeface="Raleway" charset="0"/>
                </a:rPr>
                <a:t>Slide Tips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8746AC-A978-860C-40CA-C08D14AC11BC}"/>
                </a:ext>
              </a:extLst>
            </p:cNvPr>
            <p:cNvSpPr/>
            <p:nvPr userDrawn="1"/>
          </p:nvSpPr>
          <p:spPr>
            <a:xfrm>
              <a:off x="12423920" y="252709"/>
              <a:ext cx="1877344" cy="2965979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08000" rtlCol="0" anchor="t"/>
            <a:lstStyle/>
            <a:p>
              <a:pPr marL="0" algn="l" defTabSz="914400" rtl="0" eaLnBrk="1" latinLnBrk="0" hangingPunct="1">
                <a:lnSpc>
                  <a:spcPct val="100000"/>
                </a:lnSpc>
                <a:spcAft>
                  <a:spcPts val="1000"/>
                </a:spcAft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Instructions are not visible during Show Mode</a:t>
              </a:r>
            </a:p>
            <a:p>
              <a:pPr algn="l">
                <a:lnSpc>
                  <a:spcPct val="100000"/>
                </a:lnSpc>
                <a:spcAft>
                  <a:spcPts val="300"/>
                </a:spcAft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To Insert Image: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Drag the image from </a:t>
              </a:r>
              <a:b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</a:b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your source folder onto the slide or click the placeholder to select a photo</a:t>
              </a:r>
            </a:p>
            <a:p>
              <a:pPr marL="93663" marR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Raleway" charset="0"/>
                  <a:cs typeface="Raleway" charset="0"/>
                </a:rPr>
                <a:t>To reposition your photo, click “Picture Format” and then “Crop”</a:t>
              </a:r>
            </a:p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300"/>
                </a:spcAft>
                <a:buClrTx/>
                <a:buSzTx/>
                <a:buFont typeface="Wingdings" charset="2"/>
                <a:buNone/>
                <a:tabLst/>
                <a:defRPr/>
              </a:pPr>
              <a:r>
                <a:rPr lang="en-US" sz="900" b="0" i="0" kern="1200" baseline="0">
                  <a:solidFill>
                    <a:schemeClr val="tx1"/>
                  </a:solidFill>
                  <a:latin typeface="+mj-lt"/>
                  <a:ea typeface="Raleway" charset="0"/>
                  <a:cs typeface="Raleway" charset="0"/>
                </a:rPr>
                <a:t>Note:</a:t>
              </a:r>
            </a:p>
            <a:p>
              <a:pPr marL="93663" marR="0" lvl="0" indent="-93663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300"/>
                </a:spcAft>
                <a:buClrTx/>
                <a:buSzTx/>
                <a:buFont typeface="Wingdings" charset="2"/>
                <a:buChar char="§"/>
                <a:tabLst/>
                <a:defRPr/>
              </a:pP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You can move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where you want in the slide, but take care to select both the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mockup</a:t>
              </a:r>
              <a:r>
                <a:rPr lang="zh-TW" alt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</a:t>
              </a:r>
              <a:r>
                <a:rPr lang="en-US" altLang="zh-TW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background</a:t>
              </a:r>
              <a:r>
                <a:rPr lang="en-US" sz="900" b="0" i="0" kern="1200">
                  <a:solidFill>
                    <a:srgbClr val="464B54"/>
                  </a:solidFill>
                  <a:latin typeface="Bernina Sans Offc" panose="02000000000000000000" pitchFamily="2" charset="77"/>
                  <a:ea typeface="Segoe UI" panose="020B0502040204020203" pitchFamily="34" charset="0"/>
                  <a:cs typeface="Raleway" charset="0"/>
                </a:rPr>
                <a:t> and the image placeholder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0336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6B8759FB-B2A2-3940-9BAD-5ACAC76855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24" b="6984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AC4185A-6784-2802-96E6-39318BE0A7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243666"/>
            <a:ext cx="12192000" cy="11853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A97EB3-1EF5-788C-B6DE-6922C27A4033}"/>
              </a:ext>
            </a:extLst>
          </p:cNvPr>
          <p:cNvSpPr/>
          <p:nvPr userDrawn="1"/>
        </p:nvSpPr>
        <p:spPr>
          <a:xfrm>
            <a:off x="0" y="3025886"/>
            <a:ext cx="12192000" cy="38321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b="0" i="0">
              <a:latin typeface="Bernina Sans Offc" panose="02000000000000000000" pitchFamily="2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2913" y="2716547"/>
            <a:ext cx="7603807" cy="1990616"/>
          </a:xfrm>
        </p:spPr>
        <p:txBody>
          <a:bodyPr bIns="180000" anchor="b">
            <a:noAutofit/>
          </a:bodyPr>
          <a:lstStyle>
            <a:lvl1pPr algn="l">
              <a:defRPr lang="en-US" sz="4400" b="1" i="0" kern="1200" dirty="0">
                <a:gradFill flip="none" rotWithShape="1">
                  <a:gsLst>
                    <a:gs pos="100000">
                      <a:srgbClr val="1696FF"/>
                    </a:gs>
                    <a:gs pos="0">
                      <a:srgbClr val="7049FE"/>
                    </a:gs>
                  </a:gsLst>
                  <a:lin ang="10800000" scaled="1"/>
                  <a:tileRect/>
                </a:gradFill>
                <a:latin typeface="Bernina Sans Offc" panose="02000000000000000000" pitchFamily="2" charset="77"/>
                <a:ea typeface="Aktiv Grotesk" panose="020B0504020202020204" pitchFamily="34" charset="0"/>
                <a:cs typeface="Aktiv Grotesk" panose="020B05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Add Divider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56E1A-64FA-C142-A76E-B4CBC97D8F2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2913" y="4707163"/>
            <a:ext cx="7603807" cy="1169762"/>
          </a:xfrm>
        </p:spPr>
        <p:txBody>
          <a:bodyPr tIns="180000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Optional Subtitle</a:t>
            </a:r>
            <a:r>
              <a:rPr lang="zh-TW" altLang="en-US"/>
              <a:t> </a:t>
            </a:r>
            <a:r>
              <a:rPr lang="en-US" altLang="zh-TW"/>
              <a:t>or</a:t>
            </a:r>
            <a:r>
              <a:rPr lang="zh-TW" altLang="en-US"/>
              <a:t> </a:t>
            </a:r>
            <a:r>
              <a:rPr lang="en-US" altLang="zh-TW"/>
              <a:t>Date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037BEF3-F8F9-FAAE-8112-FF9F1BA99E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8639" y="6446585"/>
            <a:ext cx="1040448" cy="181666"/>
          </a:xfrm>
          <a:prstGeom prst="rect">
            <a:avLst/>
          </a:prstGeom>
        </p:spPr>
      </p:pic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EF0B8BE-C703-1092-CE31-66F1F3F02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8B6E4382-32A0-354F-B132-8F7705CA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DC06BD2-AAC9-C2B5-EE20-8C340005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7912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400" b="0" i="0">
                <a:latin typeface="Bernina Sans Offc" panose="02000000000000000000" pitchFamily="2" charset="77"/>
              </a:defRPr>
            </a:lvl1pPr>
            <a:lvl2pPr>
              <a:defRPr sz="1800" b="0" i="0">
                <a:latin typeface="Bernina Sans Offc" panose="02000000000000000000" pitchFamily="2" charset="77"/>
              </a:defRPr>
            </a:lvl2pPr>
            <a:lvl3pPr>
              <a:defRPr sz="1600" b="0" i="0">
                <a:latin typeface="Bernina Sans Offc" panose="02000000000000000000" pitchFamily="2" charset="77"/>
              </a:defRPr>
            </a:lvl3pPr>
            <a:lvl4pPr>
              <a:defRPr sz="1400" b="0" i="0">
                <a:latin typeface="Bernina Sans Offc" panose="02000000000000000000" pitchFamily="2" charset="77"/>
              </a:defRPr>
            </a:lvl4pPr>
            <a:lvl5pPr>
              <a:defRPr sz="1200" b="0" i="0">
                <a:latin typeface="Bernina Sans Offc" panose="02000000000000000000" pitchFamily="2" charset="77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v</a:t>
            </a: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B4BEDC4-172A-BF78-4D8D-3D33DDCF9FB2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133975" y="237331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78318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fld id="{6505E38E-F8D9-A44B-A29A-B1375CC9CA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15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NN22_Full-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80EA9E-1174-956B-B83E-D6912A1947F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579DF4-C834-3CFA-E0BF-8831D423F5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000750"/>
            <a:ext cx="12192000" cy="8572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BA770-3769-A66F-2781-691EDF03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3E6C9-6AF0-0269-D4DC-7FF55D7B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2FF2A-174D-51BC-A1DD-C3E4BA63F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81473" y="6429375"/>
            <a:ext cx="410527" cy="24622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781B20F-1F14-4F15-2CC3-7E731EDC1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8639" y="6446585"/>
            <a:ext cx="1040448" cy="18166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4813306-66C8-BBED-717B-8DFB70414DE2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7458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ish&#10;&#10;Description automatically generated">
            <a:extLst>
              <a:ext uri="{FF2B5EF4-FFF2-40B4-BE49-F238E27FC236}">
                <a16:creationId xmlns:a16="http://schemas.microsoft.com/office/drawing/2014/main" id="{DFA14054-1FFE-C980-BD15-B3129CAC9AF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CCED6E7-AECB-A1B7-029F-E3389363E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6CB1B4-3C0C-3E4E-94F1-AC47228A69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703532"/>
            <a:ext cx="10406958" cy="923330"/>
          </a:xfrm>
        </p:spPr>
        <p:txBody>
          <a:bodyPr wrap="square"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830F320-FB25-5A0B-A514-6AF718D41D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" name="Picture 2" descr="A picture containing fish&#10;&#10;Description automatically generated">
            <a:extLst>
              <a:ext uri="{FF2B5EF4-FFF2-40B4-BE49-F238E27FC236}">
                <a16:creationId xmlns:a16="http://schemas.microsoft.com/office/drawing/2014/main" id="{63BC409E-810F-F2F4-43CE-2600A3A918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E1205A5-19FF-206F-0B3F-8C8BE16C27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9981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1 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EDDBF19D-3B7F-B245-9C7A-EB51B8498F9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DF52411-3A7F-2D9B-A02B-4BCABFABA45E}"/>
              </a:ext>
            </a:extLst>
          </p:cNvPr>
          <p:cNvSpPr/>
          <p:nvPr/>
        </p:nvSpPr>
        <p:spPr>
          <a:xfrm>
            <a:off x="7577161" y="299558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82DB20-1962-F044-44D7-8541B55BB4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CF3DD0C-535E-6BC0-F190-A0FBED8F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A8388AB-B269-0DC6-427C-B30FDC830F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91664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C5B9020-6E03-334C-986D-E05A86DBB8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07235913-9932-8CEC-868A-5DB01F0470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BD677-5CE9-358D-4A7B-3BDEE786FE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339596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3E7D75D4-43E7-270D-D565-069EBE2E23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369244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B65D86-FF3A-49A1-F37B-59644F4F0855}"/>
              </a:ext>
            </a:extLst>
          </p:cNvPr>
          <p:cNvSpPr txBox="1">
            <a:spLocks/>
          </p:cNvSpPr>
          <p:nvPr/>
        </p:nvSpPr>
        <p:spPr>
          <a:xfrm>
            <a:off x="9047559" y="309295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pic>
        <p:nvPicPr>
          <p:cNvPr id="2" name="Picture 1" descr="A picture containing fish&#10;&#10;Description automatically generated">
            <a:extLst>
              <a:ext uri="{FF2B5EF4-FFF2-40B4-BE49-F238E27FC236}">
                <a16:creationId xmlns:a16="http://schemas.microsoft.com/office/drawing/2014/main" id="{061CEFF7-123D-7359-1B66-919ED82387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4DDFAB8-82D9-4E33-8549-030EB7FFE839}"/>
              </a:ext>
            </a:extLst>
          </p:cNvPr>
          <p:cNvSpPr/>
          <p:nvPr userDrawn="1"/>
        </p:nvSpPr>
        <p:spPr>
          <a:xfrm>
            <a:off x="7577161" y="299558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D5238CE-0541-0596-06EB-E9C55D7AD1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CFFE01-088F-5103-DA7F-C44673BF1644}"/>
              </a:ext>
            </a:extLst>
          </p:cNvPr>
          <p:cNvSpPr txBox="1">
            <a:spLocks/>
          </p:cNvSpPr>
          <p:nvPr userDrawn="1"/>
        </p:nvSpPr>
        <p:spPr>
          <a:xfrm>
            <a:off x="9047559" y="309295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419666914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2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ish&#10;&#10;Description automatically generated">
            <a:extLst>
              <a:ext uri="{FF2B5EF4-FFF2-40B4-BE49-F238E27FC236}">
                <a16:creationId xmlns:a16="http://schemas.microsoft.com/office/drawing/2014/main" id="{A65EB9F5-972E-375B-30FD-BBAF7F4B89E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2B327F0-D028-FD31-50E5-2E6699770D57}"/>
              </a:ext>
            </a:extLst>
          </p:cNvPr>
          <p:cNvSpPr/>
          <p:nvPr/>
        </p:nvSpPr>
        <p:spPr>
          <a:xfrm>
            <a:off x="7577161" y="21733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9E0BBB9-8B5F-C8AF-AABC-A8FC3CB67A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177B7DE-DCDA-0938-0E00-9037918A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5" name="Picture Placeholder 15">
            <a:extLst>
              <a:ext uri="{FF2B5EF4-FFF2-40B4-BE49-F238E27FC236}">
                <a16:creationId xmlns:a16="http://schemas.microsoft.com/office/drawing/2014/main" id="{FE49A9E1-5327-C07F-6784-06F711111DE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0944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B9FD9982-A8FD-E7E3-47A9-0473DB9EF9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F3399E92-DBD7-5E15-0C5A-D438A64DB6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01B4983A-2C8A-D1CC-A5E5-2BF922BF08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25737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751DBB13-E792-036D-608B-E172C13AC3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28702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96BABE-FE67-87DE-BC1D-6DB5039D2F00}"/>
              </a:ext>
            </a:extLst>
          </p:cNvPr>
          <p:cNvSpPr txBox="1">
            <a:spLocks/>
          </p:cNvSpPr>
          <p:nvPr/>
        </p:nvSpPr>
        <p:spPr>
          <a:xfrm>
            <a:off x="9047559" y="22707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DE76441-B7F0-5133-F6B7-F5F0755144A7}"/>
              </a:ext>
            </a:extLst>
          </p:cNvPr>
          <p:cNvSpPr/>
          <p:nvPr/>
        </p:nvSpPr>
        <p:spPr>
          <a:xfrm>
            <a:off x="7606679" y="383335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CE3751B3-EA28-4412-4506-5D2DA5A077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375441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FC8A18E-AE19-EBBE-A540-41124EAE29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423373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4456722E-9B92-F684-918E-25D2F91406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453021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222826-8400-07B4-DCF7-20AF6FCF7F43}"/>
              </a:ext>
            </a:extLst>
          </p:cNvPr>
          <p:cNvSpPr txBox="1">
            <a:spLocks/>
          </p:cNvSpPr>
          <p:nvPr/>
        </p:nvSpPr>
        <p:spPr>
          <a:xfrm>
            <a:off x="9077077" y="393072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pic>
        <p:nvPicPr>
          <p:cNvPr id="2" name="Picture 1" descr="A picture containing fish&#10;&#10;Description automatically generated">
            <a:extLst>
              <a:ext uri="{FF2B5EF4-FFF2-40B4-BE49-F238E27FC236}">
                <a16:creationId xmlns:a16="http://schemas.microsoft.com/office/drawing/2014/main" id="{AEB69B03-BAEE-E0EB-67AF-23340BE675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8FA5CC4-BFD2-0348-3843-477EBA17633E}"/>
              </a:ext>
            </a:extLst>
          </p:cNvPr>
          <p:cNvSpPr/>
          <p:nvPr userDrawn="1"/>
        </p:nvSpPr>
        <p:spPr>
          <a:xfrm>
            <a:off x="7577161" y="21733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45D43DB-D8AD-23AC-76D2-EC992E8B2D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1640" y="373942"/>
            <a:ext cx="2268000" cy="39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1E703B-4BEF-BFED-7DF3-027171A825B8}"/>
              </a:ext>
            </a:extLst>
          </p:cNvPr>
          <p:cNvSpPr txBox="1">
            <a:spLocks/>
          </p:cNvSpPr>
          <p:nvPr userDrawn="1"/>
        </p:nvSpPr>
        <p:spPr>
          <a:xfrm>
            <a:off x="9047559" y="22707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33821F-1B7D-168B-20E3-096C15159DB5}"/>
              </a:ext>
            </a:extLst>
          </p:cNvPr>
          <p:cNvSpPr/>
          <p:nvPr userDrawn="1"/>
        </p:nvSpPr>
        <p:spPr>
          <a:xfrm>
            <a:off x="7606679" y="383335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F58629-F40B-E53B-DE23-D57F3B9BF65A}"/>
              </a:ext>
            </a:extLst>
          </p:cNvPr>
          <p:cNvSpPr txBox="1">
            <a:spLocks/>
          </p:cNvSpPr>
          <p:nvPr userDrawn="1"/>
        </p:nvSpPr>
        <p:spPr>
          <a:xfrm>
            <a:off x="9077077" y="393072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163667115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3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picture containing fish&#10;&#10;Description automatically generated">
            <a:extLst>
              <a:ext uri="{FF2B5EF4-FFF2-40B4-BE49-F238E27FC236}">
                <a16:creationId xmlns:a16="http://schemas.microsoft.com/office/drawing/2014/main" id="{F7FB42EA-2426-8F04-B39C-53E651E11A8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C50A622-3F2A-EFC5-39E8-DA04700BAC6C}"/>
              </a:ext>
            </a:extLst>
          </p:cNvPr>
          <p:cNvSpPr/>
          <p:nvPr/>
        </p:nvSpPr>
        <p:spPr>
          <a:xfrm>
            <a:off x="7577161" y="117890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D7FF95D-8C1B-F8E2-9ADC-688F4973EE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28BA292-384D-E824-1A3F-32491637E0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0" name="Picture Placeholder 15">
            <a:extLst>
              <a:ext uri="{FF2B5EF4-FFF2-40B4-BE49-F238E27FC236}">
                <a16:creationId xmlns:a16="http://schemas.microsoft.com/office/drawing/2014/main" id="{E9F74001-785E-B473-9E8F-D73AAA9C68B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1099967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6EE86146-3554-EE6F-7C35-631702E8B1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FCD7F517-6C9A-08E9-34EB-28DC410F4F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FEEEFE90-ED08-EF75-2DA7-44B3A2832C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1579284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395E7D5F-4543-CEC7-317D-97E4B03DFC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875762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2E3BC3-815E-0C45-A703-4A1310B6CEDA}"/>
              </a:ext>
            </a:extLst>
          </p:cNvPr>
          <p:cNvSpPr txBox="1">
            <a:spLocks/>
          </p:cNvSpPr>
          <p:nvPr/>
        </p:nvSpPr>
        <p:spPr>
          <a:xfrm>
            <a:off x="9047559" y="127627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31447DE-B5D4-7E67-69F8-5786EF6367B7}"/>
              </a:ext>
            </a:extLst>
          </p:cNvPr>
          <p:cNvSpPr/>
          <p:nvPr/>
        </p:nvSpPr>
        <p:spPr>
          <a:xfrm>
            <a:off x="7606679" y="283886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7" name="Picture Placeholder 15">
            <a:extLst>
              <a:ext uri="{FF2B5EF4-FFF2-40B4-BE49-F238E27FC236}">
                <a16:creationId xmlns:a16="http://schemas.microsoft.com/office/drawing/2014/main" id="{DFAF2102-64C3-3154-AE3B-C6D43854D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275992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2922EB90-D21D-44F8-3E50-D822903F77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323924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9346AF72-41A1-2955-84BC-3307BFAD937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353572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F37190-E2FB-1315-D763-AEE87B50A941}"/>
              </a:ext>
            </a:extLst>
          </p:cNvPr>
          <p:cNvSpPr txBox="1">
            <a:spLocks/>
          </p:cNvSpPr>
          <p:nvPr/>
        </p:nvSpPr>
        <p:spPr>
          <a:xfrm>
            <a:off x="9077077" y="293623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826C9D9-419F-3091-21AE-1C750633D134}"/>
              </a:ext>
            </a:extLst>
          </p:cNvPr>
          <p:cNvSpPr/>
          <p:nvPr/>
        </p:nvSpPr>
        <p:spPr>
          <a:xfrm>
            <a:off x="7640752" y="448887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D052FBA7-CA57-88EB-3D95-D75DC9F599F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4409940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3EF82A7C-C571-AAA2-E95F-92D30A4ADB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889257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B912C700-29FA-912F-CD8D-F9C8FAE085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5185735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DF8FF0D-8584-4AE2-7132-B10BBA5EB7C4}"/>
              </a:ext>
            </a:extLst>
          </p:cNvPr>
          <p:cNvSpPr txBox="1">
            <a:spLocks/>
          </p:cNvSpPr>
          <p:nvPr/>
        </p:nvSpPr>
        <p:spPr>
          <a:xfrm>
            <a:off x="9111150" y="4586252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pic>
        <p:nvPicPr>
          <p:cNvPr id="2" name="Picture 1" descr="A picture containing fish&#10;&#10;Description automatically generated">
            <a:extLst>
              <a:ext uri="{FF2B5EF4-FFF2-40B4-BE49-F238E27FC236}">
                <a16:creationId xmlns:a16="http://schemas.microsoft.com/office/drawing/2014/main" id="{0A0EAF68-BC56-AEC2-4E97-BC6532A1EF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B865FB-67C7-E30B-A3C2-C03426440099}"/>
              </a:ext>
            </a:extLst>
          </p:cNvPr>
          <p:cNvSpPr/>
          <p:nvPr userDrawn="1"/>
        </p:nvSpPr>
        <p:spPr>
          <a:xfrm>
            <a:off x="7577161" y="1178901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6EE14B-FFAE-67C0-6596-5F32E53090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F716F8-55F8-5627-AFF9-0E543655B9D5}"/>
              </a:ext>
            </a:extLst>
          </p:cNvPr>
          <p:cNvSpPr txBox="1">
            <a:spLocks/>
          </p:cNvSpPr>
          <p:nvPr userDrawn="1"/>
        </p:nvSpPr>
        <p:spPr>
          <a:xfrm>
            <a:off x="9047559" y="1276279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B92382-6DDE-9E7B-4776-4EBEB50B3DEE}"/>
              </a:ext>
            </a:extLst>
          </p:cNvPr>
          <p:cNvSpPr/>
          <p:nvPr userDrawn="1"/>
        </p:nvSpPr>
        <p:spPr>
          <a:xfrm>
            <a:off x="7606679" y="283886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701555-7FFC-E2F8-4A7D-CB3FB6FE4474}"/>
              </a:ext>
            </a:extLst>
          </p:cNvPr>
          <p:cNvSpPr txBox="1">
            <a:spLocks/>
          </p:cNvSpPr>
          <p:nvPr userDrawn="1"/>
        </p:nvSpPr>
        <p:spPr>
          <a:xfrm>
            <a:off x="9077077" y="293623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C24F4F2-F552-35C2-25DF-CD33763F51AD}"/>
              </a:ext>
            </a:extLst>
          </p:cNvPr>
          <p:cNvSpPr/>
          <p:nvPr userDrawn="1"/>
        </p:nvSpPr>
        <p:spPr>
          <a:xfrm>
            <a:off x="7640752" y="4488874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76968-0851-8A80-53C7-0258BB517E90}"/>
              </a:ext>
            </a:extLst>
          </p:cNvPr>
          <p:cNvSpPr txBox="1">
            <a:spLocks/>
          </p:cNvSpPr>
          <p:nvPr userDrawn="1"/>
        </p:nvSpPr>
        <p:spPr>
          <a:xfrm>
            <a:off x="9111150" y="4586252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15698077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 4 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picture containing fish&#10;&#10;Description automatically generated">
            <a:extLst>
              <a:ext uri="{FF2B5EF4-FFF2-40B4-BE49-F238E27FC236}">
                <a16:creationId xmlns:a16="http://schemas.microsoft.com/office/drawing/2014/main" id="{9FFEA0F8-DB52-A8AE-FFAF-61E8990D1D8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4134D2B-B928-C698-8D9B-1444C15DC12E}"/>
              </a:ext>
            </a:extLst>
          </p:cNvPr>
          <p:cNvSpPr/>
          <p:nvPr/>
        </p:nvSpPr>
        <p:spPr>
          <a:xfrm>
            <a:off x="7577161" y="34529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0303FA75-1DD8-DF9D-76DA-7204973610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8520" y="2888198"/>
            <a:ext cx="6616793" cy="738664"/>
          </a:xfrm>
        </p:spPr>
        <p:txBody>
          <a:bodyPr tIns="0" bIns="0" anchor="b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60BA74E5-4CE8-76EC-5FFF-73C8C960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0839E2D0-8966-A9CA-64E8-C76A603BF43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498225" y="266363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1B151CA7-B681-7233-4200-AFAEC67A74E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8520" y="3815553"/>
            <a:ext cx="6616793" cy="56692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tIns="180000">
            <a:spAutoFit/>
          </a:bodyPr>
          <a:lstStyle>
            <a:lvl1pPr marL="0" indent="0" algn="l"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C155C29-0DBA-B3C1-DF0B-39AA939879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DBDE6A34-4CD4-7B64-57E6-73461F7160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47003" y="745680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84AFDEF1-EC74-BCB1-AE9A-A097A5A02E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047003" y="1042158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7D814F-D084-7FAB-E5E3-25FC122F8BA9}"/>
              </a:ext>
            </a:extLst>
          </p:cNvPr>
          <p:cNvSpPr txBox="1">
            <a:spLocks/>
          </p:cNvSpPr>
          <p:nvPr/>
        </p:nvSpPr>
        <p:spPr>
          <a:xfrm>
            <a:off x="9047559" y="442675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23FCDDC-64B9-B95F-AA11-30C027B447B7}"/>
              </a:ext>
            </a:extLst>
          </p:cNvPr>
          <p:cNvSpPr/>
          <p:nvPr/>
        </p:nvSpPr>
        <p:spPr>
          <a:xfrm>
            <a:off x="7606679" y="2005256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4" name="Picture Placeholder 15">
            <a:extLst>
              <a:ext uri="{FF2B5EF4-FFF2-40B4-BE49-F238E27FC236}">
                <a16:creationId xmlns:a16="http://schemas.microsoft.com/office/drawing/2014/main" id="{BFCD5256-FA45-6B95-25B7-EC1AC0BA0E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27743" y="1926322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C377F137-6319-3FD9-6219-2D07730B69C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76521" y="2405639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54F9DE84-669D-76C4-8484-A9A78B0501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76521" y="2702117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47FD69D-1ECA-622F-3902-DBC2894B2D74}"/>
              </a:ext>
            </a:extLst>
          </p:cNvPr>
          <p:cNvSpPr txBox="1">
            <a:spLocks/>
          </p:cNvSpPr>
          <p:nvPr/>
        </p:nvSpPr>
        <p:spPr>
          <a:xfrm>
            <a:off x="9077077" y="2102634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CA16130-E559-9889-1123-2491D58E8C74}"/>
              </a:ext>
            </a:extLst>
          </p:cNvPr>
          <p:cNvSpPr/>
          <p:nvPr/>
        </p:nvSpPr>
        <p:spPr>
          <a:xfrm>
            <a:off x="7640752" y="365527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49" name="Picture Placeholder 15">
            <a:extLst>
              <a:ext uri="{FF2B5EF4-FFF2-40B4-BE49-F238E27FC236}">
                <a16:creationId xmlns:a16="http://schemas.microsoft.com/office/drawing/2014/main" id="{1A8321EC-81F6-C1C0-1795-53DC439BB01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61816" y="3576336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50" name="Text Placeholder 20">
            <a:extLst>
              <a:ext uri="{FF2B5EF4-FFF2-40B4-BE49-F238E27FC236}">
                <a16:creationId xmlns:a16="http://schemas.microsoft.com/office/drawing/2014/main" id="{08488EF4-F8FE-315F-C156-1FEC85AD149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10594" y="4055653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1" name="Text Placeholder 20">
            <a:extLst>
              <a:ext uri="{FF2B5EF4-FFF2-40B4-BE49-F238E27FC236}">
                <a16:creationId xmlns:a16="http://schemas.microsoft.com/office/drawing/2014/main" id="{DAFD4733-A34B-4C32-D32B-43D5C16AA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10594" y="4352131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F0C8BC-D341-3102-0775-184FEB5ACCE3}"/>
              </a:ext>
            </a:extLst>
          </p:cNvPr>
          <p:cNvSpPr txBox="1">
            <a:spLocks/>
          </p:cNvSpPr>
          <p:nvPr/>
        </p:nvSpPr>
        <p:spPr>
          <a:xfrm>
            <a:off x="9111150" y="375264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4E3D2A4-5F6B-3940-7516-08995383B923}"/>
              </a:ext>
            </a:extLst>
          </p:cNvPr>
          <p:cNvSpPr/>
          <p:nvPr/>
        </p:nvSpPr>
        <p:spPr>
          <a:xfrm>
            <a:off x="7681109" y="53186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54" name="Picture Placeholder 15">
            <a:extLst>
              <a:ext uri="{FF2B5EF4-FFF2-40B4-BE49-F238E27FC236}">
                <a16:creationId xmlns:a16="http://schemas.microsoft.com/office/drawing/2014/main" id="{2FB14771-E2E8-1470-0848-A5B7D5E044D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602173" y="5239758"/>
            <a:ext cx="1284541" cy="1284541"/>
          </a:xfrm>
          <a:prstGeom prst="roundRect">
            <a:avLst>
              <a:gd name="adj" fmla="val 1919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="0" i="0">
                <a:latin typeface="Bernina Sans Offc" panose="02000000000000000000" pitchFamily="2" charset="77"/>
              </a:defRPr>
            </a:lvl1pPr>
          </a:lstStyle>
          <a:p>
            <a:r>
              <a:rPr lang="en-CA"/>
              <a:t>Insert image or headshot</a:t>
            </a:r>
          </a:p>
        </p:txBody>
      </p:sp>
      <p:sp>
        <p:nvSpPr>
          <p:cNvPr id="55" name="Text Placeholder 20">
            <a:extLst>
              <a:ext uri="{FF2B5EF4-FFF2-40B4-BE49-F238E27FC236}">
                <a16:creationId xmlns:a16="http://schemas.microsoft.com/office/drawing/2014/main" id="{F20218C9-7AA2-6166-94B7-37E528E29A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50951" y="5719075"/>
            <a:ext cx="2697690" cy="246221"/>
          </a:xfrm>
        </p:spPr>
        <p:txBody>
          <a:bodyPr wrap="square" tIns="0" b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</p:txBody>
      </p:sp>
      <p:sp>
        <p:nvSpPr>
          <p:cNvPr id="56" name="Text Placeholder 20">
            <a:extLst>
              <a:ext uri="{FF2B5EF4-FFF2-40B4-BE49-F238E27FC236}">
                <a16:creationId xmlns:a16="http://schemas.microsoft.com/office/drawing/2014/main" id="{78CEF6F2-1E75-D03C-E81E-FB19DA708AE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50951" y="6015553"/>
            <a:ext cx="2697690" cy="246221"/>
          </a:xfrm>
        </p:spPr>
        <p:txBody>
          <a:bodyPr wrap="square" tIns="0" bIns="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6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  <a:lvl2pPr marL="11113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12700" indent="0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Company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F02031-3613-8282-8130-9E1BBE787E6B}"/>
              </a:ext>
            </a:extLst>
          </p:cNvPr>
          <p:cNvSpPr txBox="1">
            <a:spLocks/>
          </p:cNvSpPr>
          <p:nvPr/>
        </p:nvSpPr>
        <p:spPr>
          <a:xfrm>
            <a:off x="9151507" y="54160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pic>
        <p:nvPicPr>
          <p:cNvPr id="2" name="Picture 1" descr="A picture containing fish&#10;&#10;Description automatically generated">
            <a:extLst>
              <a:ext uri="{FF2B5EF4-FFF2-40B4-BE49-F238E27FC236}">
                <a16:creationId xmlns:a16="http://schemas.microsoft.com/office/drawing/2014/main" id="{A93E4D94-77BD-89BF-5747-C7D3F936ED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2000" cy="685038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E39D28-A0F3-FAFE-08C3-6E0A0FAD5492}"/>
              </a:ext>
            </a:extLst>
          </p:cNvPr>
          <p:cNvSpPr/>
          <p:nvPr userDrawn="1"/>
        </p:nvSpPr>
        <p:spPr>
          <a:xfrm>
            <a:off x="7577161" y="345297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40D62C3-266D-70F9-151F-B1E3CFB950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699" y="5942243"/>
            <a:ext cx="2268000" cy="396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3E6EC6-E49D-334E-3B9C-4213980DE138}"/>
              </a:ext>
            </a:extLst>
          </p:cNvPr>
          <p:cNvSpPr txBox="1">
            <a:spLocks/>
          </p:cNvSpPr>
          <p:nvPr userDrawn="1"/>
        </p:nvSpPr>
        <p:spPr>
          <a:xfrm>
            <a:off x="9047559" y="442675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1608F7-9C6B-A6F1-5240-E34256AFF212}"/>
              </a:ext>
            </a:extLst>
          </p:cNvPr>
          <p:cNvSpPr/>
          <p:nvPr userDrawn="1"/>
        </p:nvSpPr>
        <p:spPr>
          <a:xfrm>
            <a:off x="7606679" y="2005256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DDB6AB-A250-ACFB-1A67-AF10BBD6E0BA}"/>
              </a:ext>
            </a:extLst>
          </p:cNvPr>
          <p:cNvSpPr txBox="1">
            <a:spLocks/>
          </p:cNvSpPr>
          <p:nvPr userDrawn="1"/>
        </p:nvSpPr>
        <p:spPr>
          <a:xfrm>
            <a:off x="9077077" y="2102634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A61D6A-6A83-8C1A-80AC-5B47BCEFF0AE}"/>
              </a:ext>
            </a:extLst>
          </p:cNvPr>
          <p:cNvSpPr/>
          <p:nvPr userDrawn="1"/>
        </p:nvSpPr>
        <p:spPr>
          <a:xfrm>
            <a:off x="7640752" y="3655270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E40DDF-9FE3-5C93-DDED-7E9E6FCB0FC5}"/>
              </a:ext>
            </a:extLst>
          </p:cNvPr>
          <p:cNvSpPr txBox="1">
            <a:spLocks/>
          </p:cNvSpPr>
          <p:nvPr userDrawn="1"/>
        </p:nvSpPr>
        <p:spPr>
          <a:xfrm>
            <a:off x="9111150" y="3752648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6C025F2-AF9F-3DA6-8AF1-302D4885BEF4}"/>
              </a:ext>
            </a:extLst>
          </p:cNvPr>
          <p:cNvSpPr/>
          <p:nvPr userDrawn="1"/>
        </p:nvSpPr>
        <p:spPr>
          <a:xfrm>
            <a:off x="7681109" y="5318692"/>
            <a:ext cx="1284541" cy="1284541"/>
          </a:xfrm>
          <a:prstGeom prst="roundRect">
            <a:avLst>
              <a:gd name="adj" fmla="val 1982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Bernina Sans Offc" panose="02000000000000000000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616E7D-B350-2108-22E6-3F4D52072B5F}"/>
              </a:ext>
            </a:extLst>
          </p:cNvPr>
          <p:cNvSpPr txBox="1">
            <a:spLocks/>
          </p:cNvSpPr>
          <p:nvPr userDrawn="1"/>
        </p:nvSpPr>
        <p:spPr>
          <a:xfrm>
            <a:off x="9151507" y="5416070"/>
            <a:ext cx="2605364" cy="138079"/>
          </a:xfrm>
          <a:prstGeom prst="rect">
            <a:avLst/>
          </a:prstGeom>
          <a:ln>
            <a:noFill/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kumimoji="0" sz="900" b="0" i="0" u="none" strike="noStrike" cap="none" spc="150" normalizeH="0" baseline="0">
                <a:ln>
                  <a:noFill/>
                </a:ln>
                <a:effectLst/>
                <a:uLnTx/>
                <a:uFillTx/>
              </a:defRPr>
            </a:lvl1pPr>
            <a:lvl2pPr marL="0" lvl="1" algn="ctr">
              <a:defRPr sz="700" spc="50"/>
            </a:lvl2pPr>
          </a:lstStyle>
          <a:p>
            <a:pPr algn="l"/>
            <a:r>
              <a:rPr lang="en-US" b="0" i="0">
                <a:solidFill>
                  <a:schemeClr val="bg1"/>
                </a:solidFill>
                <a:latin typeface="Bernina Sans Offc" panose="02000000000000000000" pitchFamily="2" charset="77"/>
              </a:rPr>
              <a:t>PRESENTER</a:t>
            </a:r>
          </a:p>
        </p:txBody>
      </p:sp>
    </p:spTree>
    <p:extLst>
      <p:ext uri="{BB962C8B-B14F-4D97-AF65-F5344CB8AC3E}">
        <p14:creationId xmlns:p14="http://schemas.microsoft.com/office/powerpoint/2010/main" val="265051114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710FD834-2110-54AF-FD17-1BC5F67BD77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5BFF97-F472-4E44-AA8E-88A749291C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2FC507-56F8-F51A-98AD-D9D44D677E5F}"/>
              </a:ext>
            </a:extLst>
          </p:cNvPr>
          <p:cNvSpPr/>
          <p:nvPr/>
        </p:nvSpPr>
        <p:spPr>
          <a:xfrm>
            <a:off x="9385737" y="4713889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61D9A05-5711-78DD-AE26-A0702F4FA81F}"/>
              </a:ext>
            </a:extLst>
          </p:cNvPr>
          <p:cNvSpPr/>
          <p:nvPr/>
        </p:nvSpPr>
        <p:spPr>
          <a:xfrm>
            <a:off x="10592948" y="4682358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94835BC-BDA6-61EA-8CE3-F8E8DCF8FFBC}"/>
              </a:ext>
            </a:extLst>
          </p:cNvPr>
          <p:cNvSpPr/>
          <p:nvPr/>
        </p:nvSpPr>
        <p:spPr>
          <a:xfrm>
            <a:off x="1189349" y="1477887"/>
            <a:ext cx="9813302" cy="3904487"/>
          </a:xfrm>
          <a:prstGeom prst="roundRect">
            <a:avLst>
              <a:gd name="adj" fmla="val 2131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D45663A-D8FC-AAD5-270D-67BEDF84A8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89349" y="3038868"/>
            <a:ext cx="9813301" cy="451983"/>
          </a:xfrm>
        </p:spPr>
        <p:txBody>
          <a:bodyPr wrap="square" tIns="0" bIns="0" anchor="b">
            <a:spAutoFit/>
          </a:bodyPr>
          <a:lstStyle>
            <a:lvl1pPr algn="ctr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597D75F-6067-CFE0-A18B-641E415B3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89349" y="3500426"/>
            <a:ext cx="9813302" cy="510438"/>
          </a:xfrm>
          <a:prstGeom prst="rect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tIns="180000"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latin typeface="+mn-lt"/>
              </a:rPr>
              <a:t>Lorem ipsum dolor sit </a:t>
            </a:r>
            <a:r>
              <a:rPr lang="en-US" err="1">
                <a:latin typeface="+mn-lt"/>
              </a:rPr>
              <a:t>amet</a:t>
            </a:r>
            <a:endParaRPr lang="en-US"/>
          </a:p>
        </p:txBody>
      </p:sp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368042FA-F45B-4DB3-C098-43498DFD9D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2B1CA18-EE80-7023-A8E6-4570209CEF50}"/>
              </a:ext>
            </a:extLst>
          </p:cNvPr>
          <p:cNvSpPr/>
          <p:nvPr userDrawn="1"/>
        </p:nvSpPr>
        <p:spPr>
          <a:xfrm>
            <a:off x="9385737" y="4713889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BB89CA-925C-4DAA-5B4A-E9D4CC43F948}"/>
              </a:ext>
            </a:extLst>
          </p:cNvPr>
          <p:cNvSpPr/>
          <p:nvPr userDrawn="1"/>
        </p:nvSpPr>
        <p:spPr>
          <a:xfrm>
            <a:off x="10592948" y="4682358"/>
            <a:ext cx="136635" cy="13663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57455A-64B6-A30F-AD57-8182C8DFA499}"/>
              </a:ext>
            </a:extLst>
          </p:cNvPr>
          <p:cNvSpPr/>
          <p:nvPr userDrawn="1"/>
        </p:nvSpPr>
        <p:spPr>
          <a:xfrm>
            <a:off x="1189349" y="1477887"/>
            <a:ext cx="9813302" cy="3904487"/>
          </a:xfrm>
          <a:prstGeom prst="roundRect">
            <a:avLst>
              <a:gd name="adj" fmla="val 2131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359809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8E96DF-0FD9-0FF6-F99B-26CC92534BA5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274438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7AB88D-83DB-8E2D-F916-326210F55849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81995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AF4C6F-F868-8350-2910-C068E2A97520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58925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1376313"/>
            <a:ext cx="6576353" cy="48609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ACFDA5A-9DD1-95D0-A8D0-0C6AA11073B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Title 19">
            <a:extLst>
              <a:ext uri="{FF2B5EF4-FFF2-40B4-BE49-F238E27FC236}">
                <a16:creationId xmlns:a16="http://schemas.microsoft.com/office/drawing/2014/main" id="{2B0EA1A4-42B7-74AA-17AD-B6EA85C84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772E1B-C30D-0779-FC8F-CD7D35F4CA8D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737629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4BBD51E-29A2-84F2-B441-8980D97832F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10057"/>
            <a:ext cx="11306175" cy="4860976"/>
          </a:xfrm>
        </p:spPr>
        <p:txBody>
          <a:bodyPr>
            <a:normAutofit/>
          </a:bodyPr>
          <a:lstStyle>
            <a:lvl1pPr>
              <a:defRPr sz="2000" b="0" i="0">
                <a:latin typeface="+mn-lt"/>
              </a:defRPr>
            </a:lvl1pPr>
            <a:lvl2pPr>
              <a:defRPr sz="1800" b="0" i="0">
                <a:latin typeface="+mn-lt"/>
              </a:defRPr>
            </a:lvl2pPr>
            <a:lvl3pPr>
              <a:defRPr sz="1600" b="0" i="0">
                <a:latin typeface="+mn-lt"/>
              </a:defRPr>
            </a:lvl3pPr>
            <a:lvl4pPr>
              <a:defRPr sz="1400" b="0" i="0">
                <a:latin typeface="+mn-lt"/>
              </a:defRPr>
            </a:lvl4pPr>
            <a:lvl5pPr>
              <a:defRPr sz="1200"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40233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E35E976C-7A5D-FE9B-F182-B1DC8317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0842447"/>
      </p:ext>
    </p:extLst>
  </p:cSld>
  <p:clrMapOvr>
    <a:masterClrMapping/>
  </p:clrMapOvr>
  <p:hf hd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3911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FBA4F41-6FB6-3EBD-D004-CEB7ED48E95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198577"/>
              <a:gd name="connsiteX1" fmla="*/ 12192000 w 12192000"/>
              <a:gd name="connsiteY1" fmla="*/ 0 h 6198577"/>
              <a:gd name="connsiteX2" fmla="*/ 12192000 w 12192000"/>
              <a:gd name="connsiteY2" fmla="*/ 6198577 h 6198577"/>
              <a:gd name="connsiteX3" fmla="*/ 0 w 12192000"/>
              <a:gd name="connsiteY3" fmla="*/ 6198577 h 6198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198577">
                <a:moveTo>
                  <a:pt x="0" y="0"/>
                </a:moveTo>
                <a:lnTo>
                  <a:pt x="12192000" y="0"/>
                </a:lnTo>
                <a:lnTo>
                  <a:pt x="12192000" y="6198577"/>
                </a:lnTo>
                <a:lnTo>
                  <a:pt x="0" y="6198577"/>
                </a:lnTo>
                <a:close/>
              </a:path>
            </a:pathLst>
          </a:custGeom>
        </p:spPr>
        <p:txBody>
          <a:bodyPr wrap="square" rIns="396000" anchor="ctr">
            <a:noAutofit/>
          </a:bodyPr>
          <a:lstStyle>
            <a:lvl1pPr marL="0" indent="0" algn="r">
              <a:buNone/>
              <a:defRPr sz="14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84250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C4EC466-8C3B-BE4C-2D9E-1056C73CE3C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440560"/>
            <a:ext cx="11189338" cy="4507017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pic>
        <p:nvPicPr>
          <p:cNvPr id="6" name="Picture 5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9019A124-B359-9162-09A5-284BC36447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294CC4E-3EDF-BF4B-B5AE-04CBF65A2DF8}"/>
              </a:ext>
            </a:extLst>
          </p:cNvPr>
          <p:cNvSpPr/>
          <p:nvPr userDrawn="1"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985954-AE59-0890-39C6-E72277E87700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008D2498-6D0C-D0BE-1F2F-64083913C51B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08950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C4EC466-8C3B-BE4C-2D9E-1056C73CE3C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0336314-2883-C315-2BBD-87198727798E}"/>
              </a:ext>
            </a:extLst>
          </p:cNvPr>
          <p:cNvSpPr/>
          <p:nvPr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10826" y="1489008"/>
            <a:ext cx="11189338" cy="4507017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90E3E-1227-A4AA-3E36-0ECA7C06F9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824" y="488178"/>
            <a:ext cx="11189338" cy="815291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5C701B-F468-40B6-F458-0C01F394CD2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1DA05F8A-D9EA-2548-5FA4-AE4587CB36E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5A2E67-CB89-4296-0FBE-200AC24B51F4}"/>
              </a:ext>
            </a:extLst>
          </p:cNvPr>
          <p:cNvSpPr/>
          <p:nvPr/>
        </p:nvSpPr>
        <p:spPr>
          <a:xfrm>
            <a:off x="5550566" y="1352859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9" name="Picture 8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5C07A4A6-0263-5955-CB0F-74961F33F5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DFF919A-D503-D3E4-3D3E-16C2D29276C8}"/>
              </a:ext>
            </a:extLst>
          </p:cNvPr>
          <p:cNvSpPr/>
          <p:nvPr userDrawn="1"/>
        </p:nvSpPr>
        <p:spPr>
          <a:xfrm>
            <a:off x="338772" y="370390"/>
            <a:ext cx="11514456" cy="5991844"/>
          </a:xfrm>
          <a:prstGeom prst="roundRect">
            <a:avLst>
              <a:gd name="adj" fmla="val 982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0E855E5-AC04-F278-7C93-BA50EC346836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57C604F4-06A6-3AE8-6960-4B6BE5FC70D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8CA7F36-45D3-C4EA-9502-F9B966808E61}"/>
              </a:ext>
            </a:extLst>
          </p:cNvPr>
          <p:cNvSpPr/>
          <p:nvPr userDrawn="1"/>
        </p:nvSpPr>
        <p:spPr>
          <a:xfrm>
            <a:off x="5550566" y="1352859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1142255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210057"/>
            <a:ext cx="5679130" cy="4860976"/>
          </a:xfrm>
          <a:prstGeom prst="rect">
            <a:avLst/>
          </a:prstGeom>
          <a:solidFill>
            <a:schemeClr val="bg1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10057"/>
            <a:ext cx="5219789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9CE019-F62B-0FA2-52A4-B81DCBAF59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48D8B9-69BD-54ED-DC84-4B1395A6C38F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>
            <a:extLst>
              <a:ext uri="{FF2B5EF4-FFF2-40B4-BE49-F238E27FC236}">
                <a16:creationId xmlns:a16="http://schemas.microsoft.com/office/drawing/2014/main" id="{6785EC74-F6A9-CA44-D489-47A03FAF587F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28885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/>
        </p:nvSpPr>
        <p:spPr>
          <a:xfrm rot="10800000">
            <a:off x="6284365" y="1478705"/>
            <a:ext cx="5461146" cy="48499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/>
        </p:nvSpPr>
        <p:spPr>
          <a:xfrm rot="10800000">
            <a:off x="445032" y="1492073"/>
            <a:ext cx="5458581" cy="48479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i</a:t>
            </a: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B2427629-206D-D2A1-60B2-1221483F145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3726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0D64A629-9BDB-D9AD-6C53-E6CF9383E66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1548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1564652B-578C-7ECC-0A79-B6636319D72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5767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F80E8AE-20BA-47BF-B6CC-CE5C189F263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5767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78706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547102C-F72C-1609-DBA5-364777C5A932}"/>
              </a:ext>
            </a:extLst>
          </p:cNvPr>
          <p:cNvSpPr>
            <a:spLocks/>
          </p:cNvSpPr>
          <p:nvPr userDrawn="1"/>
        </p:nvSpPr>
        <p:spPr>
          <a:xfrm rot="10800000">
            <a:off x="6284365" y="1478705"/>
            <a:ext cx="5461146" cy="48499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0AC2F7-6694-1F77-1228-6DAA97D4A9F2}"/>
              </a:ext>
            </a:extLst>
          </p:cNvPr>
          <p:cNvSpPr>
            <a:spLocks/>
          </p:cNvSpPr>
          <p:nvPr userDrawn="1"/>
        </p:nvSpPr>
        <p:spPr>
          <a:xfrm rot="10800000">
            <a:off x="445032" y="1492073"/>
            <a:ext cx="5458581" cy="48479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i</a:t>
            </a: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6" name="Picture 5" descr="Shape, circle&#10;&#10;Description automatically generated">
            <a:extLst>
              <a:ext uri="{FF2B5EF4-FFF2-40B4-BE49-F238E27FC236}">
                <a16:creationId xmlns:a16="http://schemas.microsoft.com/office/drawing/2014/main" id="{5FB014AC-178F-B284-A8BA-3216F2495C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78706"/>
            <a:ext cx="5458582" cy="189466"/>
          </a:xfrm>
          <a:prstGeom prst="rect">
            <a:avLst/>
          </a:prstGeom>
        </p:spPr>
      </p:pic>
      <p:pic>
        <p:nvPicPr>
          <p:cNvPr id="8" name="Picture 7" descr="Shape, circle&#10;&#10;Description automatically generated">
            <a:extLst>
              <a:ext uri="{FF2B5EF4-FFF2-40B4-BE49-F238E27FC236}">
                <a16:creationId xmlns:a16="http://schemas.microsoft.com/office/drawing/2014/main" id="{02009B96-CF3A-A80D-30AC-180DE94A97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25096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0914D27D-8C9C-3D22-BC49-5DEFCC9DC54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6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58D7D8D1-1035-4418-7753-AE068635B63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1446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78D48D42-8EA5-0F6E-93B9-26399BD7DBE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588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8AB924EE-7D80-4C22-D58B-47B4EEC554D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5885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EF4F3E6-0A52-B8BA-77C2-EB629E376F1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69981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D24ED2FD-97FA-FEC8-21E8-E0244C2A56F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69981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5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888" y="1547109"/>
            <a:ext cx="3700192" cy="119727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EA5C386-D88E-0A5F-F48D-9CF4AA4F3932}"/>
              </a:ext>
            </a:extLst>
          </p:cNvPr>
          <p:cNvSpPr>
            <a:spLocks/>
          </p:cNvSpPr>
          <p:nvPr userDrawn="1"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93F689E-F386-0C0E-B867-DB31E65E2ACD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99157F-5760-1CD0-BC64-7230FF861D97}"/>
              </a:ext>
            </a:extLst>
          </p:cNvPr>
          <p:cNvSpPr>
            <a:spLocks/>
          </p:cNvSpPr>
          <p:nvPr userDrawn="1"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D453A6-DFE7-CA06-B4C4-1ACADD1774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53EBF2-67DD-C607-E8BB-0624339016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5" y="1545926"/>
            <a:ext cx="3709291" cy="121282"/>
          </a:xfrm>
          <a:prstGeom prst="rect">
            <a:avLst/>
          </a:prstGeom>
        </p:spPr>
      </p:pic>
      <p:pic>
        <p:nvPicPr>
          <p:cNvPr id="14" name="Picture 13" descr="Shape, circle&#10;&#10;Description automatically generated">
            <a:extLst>
              <a:ext uri="{FF2B5EF4-FFF2-40B4-BE49-F238E27FC236}">
                <a16:creationId xmlns:a16="http://schemas.microsoft.com/office/drawing/2014/main" id="{FD0AEF67-E8A3-10CB-677F-D6CC8E44D2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888" y="1547109"/>
            <a:ext cx="3700192" cy="11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048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6072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072" y="227271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5619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5619" y="2275631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5164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5164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34709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4709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FA7D9A2-9750-FF7B-79B4-42B4E6370D84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C3B331E-7C72-A5BD-E7DF-777100071D20}"/>
              </a:ext>
            </a:extLst>
          </p:cNvPr>
          <p:cNvSpPr>
            <a:spLocks/>
          </p:cNvSpPr>
          <p:nvPr userDrawn="1"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92828D-3DCA-2271-B6DD-D6ADB8478B4A}"/>
              </a:ext>
            </a:extLst>
          </p:cNvPr>
          <p:cNvSpPr>
            <a:spLocks/>
          </p:cNvSpPr>
          <p:nvPr userDrawn="1"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1E3EB7-F21D-1952-13F3-13620789A4E8}"/>
              </a:ext>
            </a:extLst>
          </p:cNvPr>
          <p:cNvSpPr>
            <a:spLocks/>
          </p:cNvSpPr>
          <p:nvPr userDrawn="1"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Title 24">
            <a:extLst>
              <a:ext uri="{FF2B5EF4-FFF2-40B4-BE49-F238E27FC236}">
                <a16:creationId xmlns:a16="http://schemas.microsoft.com/office/drawing/2014/main" id="{EA732F6A-F0FA-866F-4347-F299792C6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C1DBC-8756-995B-740B-1971B8D161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9202B6-B273-E201-5281-BC79FBE3A4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855E29-47D8-AC94-0AE6-1B2755B107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6F9C35-211E-C03D-75CF-2F52912A69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2341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3 Boxes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EF38CDBE-6859-3D56-5AAD-455C7E17AB2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7883" y="182056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309D28BF-4030-F73D-BC74-05738A370A0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7883" y="226936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AE028DF3-AC30-4580-FAA0-E8B98048488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0147" y="1821697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F4E431D4-5050-8A33-F373-B1A4581210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0147" y="2270503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B2AA7736-1D1A-1D64-D3C3-B0F74AEF68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379531" y="183313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88215765-85B4-D122-9344-79F62D6116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79531" y="228193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74CFCC5E-2F79-E9A8-0599-7BA9A7968E5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6248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E1A8351-DE6C-EFE5-B710-431190EEBA5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66248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600FEC0-8441-96D2-E89C-02B0AC92E2DB}"/>
              </a:ext>
            </a:extLst>
          </p:cNvPr>
          <p:cNvSpPr>
            <a:spLocks/>
          </p:cNvSpPr>
          <p:nvPr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470C65D6-BC0D-4BB8-7940-044366DA3A4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417015" y="429245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1FD1294-FECA-E138-F896-2BADB65878C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417015" y="474126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BB43538-DD19-B367-70C2-D23109AEDCAB}"/>
              </a:ext>
            </a:extLst>
          </p:cNvPr>
          <p:cNvSpPr>
            <a:spLocks/>
          </p:cNvSpPr>
          <p:nvPr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E794B28-C770-D714-0858-91A20F591CC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76153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tx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0737F78C-5BC5-59A0-0A4B-473ED4CCB92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76153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EE88C0-BA85-66B3-5D4F-45FDA56C35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925FF-623D-8281-CC61-CCF33FFC5A0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C41A7A0-CC4E-DCD1-047C-970393EB923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6BFE8C7-309E-C2BD-1896-B5A95670AD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2D09C3-3825-43D3-8AA7-8B8A1938F4CB}"/>
              </a:ext>
            </a:extLst>
          </p:cNvPr>
          <p:cNvSpPr>
            <a:spLocks/>
          </p:cNvSpPr>
          <p:nvPr userDrawn="1"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EF104B1-9691-E961-6D6E-962C431B8CB8}"/>
              </a:ext>
            </a:extLst>
          </p:cNvPr>
          <p:cNvSpPr>
            <a:spLocks/>
          </p:cNvSpPr>
          <p:nvPr userDrawn="1"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501AE24-060D-82DF-4348-5BFF143E5E59}"/>
              </a:ext>
            </a:extLst>
          </p:cNvPr>
          <p:cNvSpPr>
            <a:spLocks/>
          </p:cNvSpPr>
          <p:nvPr userDrawn="1"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07CFBE5-0BB3-848E-27E0-7BE8A7AFEBCD}"/>
              </a:ext>
            </a:extLst>
          </p:cNvPr>
          <p:cNvSpPr>
            <a:spLocks/>
          </p:cNvSpPr>
          <p:nvPr userDrawn="1"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1" name="Title 24">
            <a:extLst>
              <a:ext uri="{FF2B5EF4-FFF2-40B4-BE49-F238E27FC236}">
                <a16:creationId xmlns:a16="http://schemas.microsoft.com/office/drawing/2014/main" id="{823B9369-871C-DA93-F3D2-5A6DD1610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</p:spPr>
        <p:txBody>
          <a:bodyPr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257D2D9-0599-D774-CE7B-F4953AC2C1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CE9C069A-F3D4-98CD-EA7E-DBB4C5EEA7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251AB8E-F82F-94E6-B614-681B1D1636C6}"/>
              </a:ext>
            </a:extLst>
          </p:cNvPr>
          <p:cNvSpPr>
            <a:spLocks/>
          </p:cNvSpPr>
          <p:nvPr userDrawn="1"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B438061-9351-AD94-7542-1459F2B6730E}"/>
              </a:ext>
            </a:extLst>
          </p:cNvPr>
          <p:cNvSpPr>
            <a:spLocks/>
          </p:cNvSpPr>
          <p:nvPr userDrawn="1"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0E8D58C-8896-3E41-E612-9A3CE37405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998B78A-8DB1-DED4-6FAD-C7121D51D1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A0AED8D2-A8A8-1287-DB07-945B5E6EF4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2C42FA5-9BF7-56F1-CEBE-A64A63609A9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85005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fish&#10;&#10;Description automatically generated">
            <a:extLst>
              <a:ext uri="{FF2B5EF4-FFF2-40B4-BE49-F238E27FC236}">
                <a16:creationId xmlns:a16="http://schemas.microsoft.com/office/drawing/2014/main" id="{BFB306BF-1A2C-7A4F-2B65-E4BF208ADE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1CCDCD5A-A45F-E5D7-1D79-58F1CD6EC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EBAAEE19-8D11-EF9C-AAB3-3153317B0023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CA81007-65FD-6C56-6AF9-617F87A08CDE}"/>
              </a:ext>
            </a:extLst>
          </p:cNvPr>
          <p:cNvSpPr/>
          <p:nvPr userDrawn="1"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32913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3130760-2CB2-FAE3-D526-BF472A9C35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B45DB48A-7B11-50CA-5E54-9509544A5B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FFF4979-925A-4C54-FAE7-4806F33B150D}"/>
              </a:ext>
            </a:extLst>
          </p:cNvPr>
          <p:cNvSpPr/>
          <p:nvPr userDrawn="1"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585808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4FD4156A-0C1D-7C93-61AD-DF544AB3897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669E83E6-C0FE-71D8-C867-2E11457F9D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318B91-74A6-E86B-BB31-EFC853ADE729}"/>
              </a:ext>
            </a:extLst>
          </p:cNvPr>
          <p:cNvSpPr/>
          <p:nvPr userDrawn="1"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901979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ED646FF-8E27-25E3-4A61-373E66244A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latin typeface="+mn-lt"/>
              </a:defRPr>
            </a:lvl1pPr>
            <a:lvl2pPr>
              <a:defRPr b="0" i="0">
                <a:latin typeface="+mn-lt"/>
              </a:defRPr>
            </a:lvl2pPr>
            <a:lvl3pPr>
              <a:defRPr b="0" i="0">
                <a:latin typeface="+mn-lt"/>
              </a:defRPr>
            </a:lvl3pPr>
            <a:lvl4pPr>
              <a:defRPr b="0" i="0">
                <a:latin typeface="+mn-lt"/>
              </a:defRPr>
            </a:lvl4pPr>
            <a:lvl5pPr>
              <a:defRPr b="0" i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pic>
        <p:nvPicPr>
          <p:cNvPr id="8" name="Picture 7" descr="A picture containing fish&#10;&#10;Description automatically generated">
            <a:extLst>
              <a:ext uri="{FF2B5EF4-FFF2-40B4-BE49-F238E27FC236}">
                <a16:creationId xmlns:a16="http://schemas.microsoft.com/office/drawing/2014/main" id="{22C317B6-A1F2-8A65-3156-A8550D8F4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EF5EB9D-FD65-42B8-746C-709CD065A684}"/>
              </a:ext>
            </a:extLst>
          </p:cNvPr>
          <p:cNvSpPr/>
          <p:nvPr userDrawn="1"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192065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9054C9C-7CD2-22C7-B7B1-5D685AE7F70B}"/>
              </a:ext>
            </a:extLst>
          </p:cNvPr>
          <p:cNvSpPr/>
          <p:nvPr/>
        </p:nvSpPr>
        <p:spPr>
          <a:xfrm flipH="1">
            <a:off x="6728639" y="5446744"/>
            <a:ext cx="89575" cy="8896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2" name="Picture 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E79240EF-2C13-2E58-E966-B353A71A9C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40F984D-60BE-F8A6-1C5A-61944E47D634}"/>
              </a:ext>
            </a:extLst>
          </p:cNvPr>
          <p:cNvSpPr/>
          <p:nvPr userDrawn="1"/>
        </p:nvSpPr>
        <p:spPr>
          <a:xfrm flipH="1">
            <a:off x="6728639" y="5446744"/>
            <a:ext cx="89575" cy="8896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4177539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chemeClr val="bg1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23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4520FFAE-AB60-798E-7696-3B81EB51D63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442913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31">
            <a:extLst>
              <a:ext uri="{FF2B5EF4-FFF2-40B4-BE49-F238E27FC236}">
                <a16:creationId xmlns:a16="http://schemas.microsoft.com/office/drawing/2014/main" id="{95BEAF28-C4D2-4F85-B349-6669E49C64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913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Bernina Sans Offc" panose="02000000000000000000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C75ABF6-2AAC-3983-DBD3-C6CADAA4652B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290152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31">
            <a:extLst>
              <a:ext uri="{FF2B5EF4-FFF2-40B4-BE49-F238E27FC236}">
                <a16:creationId xmlns:a16="http://schemas.microsoft.com/office/drawing/2014/main" id="{BAF622E6-D11A-B401-AE11-BA7FE96CCBE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90152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7C5D8BF9-F473-0174-E5BB-2D21F591CBC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8137391" y="141317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31">
            <a:extLst>
              <a:ext uri="{FF2B5EF4-FFF2-40B4-BE49-F238E27FC236}">
                <a16:creationId xmlns:a16="http://schemas.microsoft.com/office/drawing/2014/main" id="{D844DE4B-A01A-CF75-F1F0-63E2E94FBEB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37391" y="183343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9" name="Picture Placeholder 24">
            <a:extLst>
              <a:ext uri="{FF2B5EF4-FFF2-40B4-BE49-F238E27FC236}">
                <a16:creationId xmlns:a16="http://schemas.microsoft.com/office/drawing/2014/main" id="{4970F560-77B9-DC0B-726D-08F8B3CCF8A2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>
          <a:xfrm>
            <a:off x="442913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19D410FC-281C-B130-9A40-A3415FD8E39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2913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1" name="Picture Placeholder 32">
            <a:extLst>
              <a:ext uri="{FF2B5EF4-FFF2-40B4-BE49-F238E27FC236}">
                <a16:creationId xmlns:a16="http://schemas.microsoft.com/office/drawing/2014/main" id="{935615F6-CBDF-1F8F-1FB3-8A7AC2343B5D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>
          <a:xfrm>
            <a:off x="4290152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31">
            <a:extLst>
              <a:ext uri="{FF2B5EF4-FFF2-40B4-BE49-F238E27FC236}">
                <a16:creationId xmlns:a16="http://schemas.microsoft.com/office/drawing/2014/main" id="{5B54B02B-42CA-A352-A0BA-932F3EEE478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90152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3" name="Picture Placeholder 34">
            <a:extLst>
              <a:ext uri="{FF2B5EF4-FFF2-40B4-BE49-F238E27FC236}">
                <a16:creationId xmlns:a16="http://schemas.microsoft.com/office/drawing/2014/main" id="{49C2D182-8E56-FC93-B240-425457E61F17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8137391" y="3750588"/>
            <a:ext cx="3617312" cy="2161469"/>
          </a:xfrm>
          <a:prstGeom prst="rect">
            <a:avLst/>
          </a:prstGeom>
          <a:solidFill>
            <a:schemeClr val="bg1"/>
          </a:solidFill>
        </p:spPr>
        <p:txBody>
          <a:bodyPr wrap="square" tIns="144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31">
            <a:extLst>
              <a:ext uri="{FF2B5EF4-FFF2-40B4-BE49-F238E27FC236}">
                <a16:creationId xmlns:a16="http://schemas.microsoft.com/office/drawing/2014/main" id="{61F039C4-037F-7197-E178-1B1F599C0AC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37391" y="4170849"/>
            <a:ext cx="3617312" cy="1741207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wrap="square" bIns="216000" anchor="b"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/>
            <a:r>
              <a:rPr lang="en-CA"/>
              <a:t>Insert Text Here</a:t>
            </a:r>
          </a:p>
        </p:txBody>
      </p:sp>
      <p:sp>
        <p:nvSpPr>
          <p:cNvPr id="18" name="Title 24">
            <a:extLst>
              <a:ext uri="{FF2B5EF4-FFF2-40B4-BE49-F238E27FC236}">
                <a16:creationId xmlns:a16="http://schemas.microsoft.com/office/drawing/2014/main" id="{24841D81-2447-6650-BBCC-1557BBB1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9" name="Text Placeholder 38">
            <a:extLst>
              <a:ext uri="{FF2B5EF4-FFF2-40B4-BE49-F238E27FC236}">
                <a16:creationId xmlns:a16="http://schemas.microsoft.com/office/drawing/2014/main" id="{A18130DA-8F17-BCC7-C4DD-FE5839A99F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DT Flow" pitchFamily="2" charset="77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</p:spTree>
    <p:extLst>
      <p:ext uri="{BB962C8B-B14F-4D97-AF65-F5344CB8AC3E}">
        <p14:creationId xmlns:p14="http://schemas.microsoft.com/office/powerpoint/2010/main" val="34490615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320" y="136525"/>
            <a:ext cx="11306175" cy="537155"/>
          </a:xfrm>
        </p:spPr>
        <p:txBody>
          <a:bodyPr/>
          <a:lstStyle>
            <a:lvl1pPr algn="ctr">
              <a:lnSpc>
                <a:spcPct val="10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8" name="Text Placeholder 38">
            <a:extLst>
              <a:ext uri="{FF2B5EF4-FFF2-40B4-BE49-F238E27FC236}">
                <a16:creationId xmlns:a16="http://schemas.microsoft.com/office/drawing/2014/main" id="{FE2F83D1-2B71-CC76-2687-BF760FA16B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320" y="673680"/>
            <a:ext cx="11306175" cy="3603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0" i="0">
                <a:solidFill>
                  <a:schemeClr val="tx1"/>
                </a:solidFill>
                <a:latin typeface="+mn-lt"/>
              </a:defRPr>
            </a:lvl1pPr>
            <a:lvl2pPr marL="222250" indent="0" algn="ctr">
              <a:buNone/>
              <a:defRPr/>
            </a:lvl2pPr>
            <a:lvl3pPr marL="406400" indent="0" algn="ctr">
              <a:buNone/>
              <a:defRPr/>
            </a:lvl3pPr>
            <a:lvl4pPr marL="577850" indent="0" algn="ctr">
              <a:buNone/>
              <a:defRPr/>
            </a:lvl4pPr>
            <a:lvl5pPr marL="720725" indent="0" algn="ctr">
              <a:buNone/>
              <a:defRPr/>
            </a:lvl5pPr>
          </a:lstStyle>
          <a:p>
            <a:pPr lvl="0"/>
            <a:r>
              <a:rPr lang="en-US"/>
              <a:t>Click to add optional subtitle</a:t>
            </a:r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080AF85F-3E60-80E8-1C2E-871330031E60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20E1DDA-734F-54CD-C2D4-9519D9537C4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9526C8F-B992-51A2-0B26-1E72A7C2684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C644F4F-BBDF-1E4F-5349-D64A52F99BF4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442913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4" name="Text Placeholder 176">
            <a:extLst>
              <a:ext uri="{FF2B5EF4-FFF2-40B4-BE49-F238E27FC236}">
                <a16:creationId xmlns:a16="http://schemas.microsoft.com/office/drawing/2014/main" id="{AA77DBCA-DB91-549F-A576-6CE55BBE121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2913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5" name="Picture Placeholder 17">
            <a:extLst>
              <a:ext uri="{FF2B5EF4-FFF2-40B4-BE49-F238E27FC236}">
                <a16:creationId xmlns:a16="http://schemas.microsoft.com/office/drawing/2014/main" id="{1BAAB6D3-E095-529F-1760-00A4F6D370F5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284752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6" name="Text Placeholder 176">
            <a:extLst>
              <a:ext uri="{FF2B5EF4-FFF2-40B4-BE49-F238E27FC236}">
                <a16:creationId xmlns:a16="http://schemas.microsoft.com/office/drawing/2014/main" id="{310B5EE8-3E56-BAF9-E21B-54B3BCA4663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4284752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:a16="http://schemas.microsoft.com/office/drawing/2014/main" id="{C9DBA87B-2A0E-CD17-3490-0920F0B8394C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8131776" y="1327756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Text Placeholder 176">
            <a:extLst>
              <a:ext uri="{FF2B5EF4-FFF2-40B4-BE49-F238E27FC236}">
                <a16:creationId xmlns:a16="http://schemas.microsoft.com/office/drawing/2014/main" id="{7FEEFFEE-0F9C-54EC-1A58-034D9064F58C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131776" y="1327756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9C314E90-1712-7733-4A47-A00921408E19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42913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0" name="Text Placeholder 176">
            <a:extLst>
              <a:ext uri="{FF2B5EF4-FFF2-40B4-BE49-F238E27FC236}">
                <a16:creationId xmlns:a16="http://schemas.microsoft.com/office/drawing/2014/main" id="{9F292036-3EA2-E5F0-DAC6-49916584855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42913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1" name="Picture Placeholder 31">
            <a:extLst>
              <a:ext uri="{FF2B5EF4-FFF2-40B4-BE49-F238E27FC236}">
                <a16:creationId xmlns:a16="http://schemas.microsoft.com/office/drawing/2014/main" id="{E856069C-0793-9B81-9FB3-58403B1177A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284752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2" name="Text Placeholder 176">
            <a:extLst>
              <a:ext uri="{FF2B5EF4-FFF2-40B4-BE49-F238E27FC236}">
                <a16:creationId xmlns:a16="http://schemas.microsoft.com/office/drawing/2014/main" id="{E326EAA6-DEC5-ACAC-62E6-545A9CD54203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284752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3" name="Picture Placeholder 33">
            <a:extLst>
              <a:ext uri="{FF2B5EF4-FFF2-40B4-BE49-F238E27FC236}">
                <a16:creationId xmlns:a16="http://schemas.microsoft.com/office/drawing/2014/main" id="{AFB804EB-0D2F-4348-D6C6-51BCCC66C13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31776" y="2929622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5" name="Text Placeholder 176">
            <a:extLst>
              <a:ext uri="{FF2B5EF4-FFF2-40B4-BE49-F238E27FC236}">
                <a16:creationId xmlns:a16="http://schemas.microsoft.com/office/drawing/2014/main" id="{649EAECD-B07C-F4F2-49ED-E539348C452A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131776" y="2929622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6" name="Picture Placeholder 35">
            <a:extLst>
              <a:ext uri="{FF2B5EF4-FFF2-40B4-BE49-F238E27FC236}">
                <a16:creationId xmlns:a16="http://schemas.microsoft.com/office/drawing/2014/main" id="{5EDDEF8A-A5B1-1FDE-77B3-D072E0680566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442913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Text Placeholder 176">
            <a:extLst>
              <a:ext uri="{FF2B5EF4-FFF2-40B4-BE49-F238E27FC236}">
                <a16:creationId xmlns:a16="http://schemas.microsoft.com/office/drawing/2014/main" id="{2D776602-CE50-C728-EBFC-0B68B46F21B8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42913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18" name="Picture Placeholder 37">
            <a:extLst>
              <a:ext uri="{FF2B5EF4-FFF2-40B4-BE49-F238E27FC236}">
                <a16:creationId xmlns:a16="http://schemas.microsoft.com/office/drawing/2014/main" id="{1CC25ECC-2B9F-13F5-FAB8-F9DFBC1E1E63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4284752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9" name="Text Placeholder 176">
            <a:extLst>
              <a:ext uri="{FF2B5EF4-FFF2-40B4-BE49-F238E27FC236}">
                <a16:creationId xmlns:a16="http://schemas.microsoft.com/office/drawing/2014/main" id="{13F42389-5BA9-31F2-7ED3-6D9FC613366A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284752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  <p:sp>
        <p:nvSpPr>
          <p:cNvPr id="20" name="Picture Placeholder 39">
            <a:extLst>
              <a:ext uri="{FF2B5EF4-FFF2-40B4-BE49-F238E27FC236}">
                <a16:creationId xmlns:a16="http://schemas.microsoft.com/office/drawing/2014/main" id="{F4181F25-DF9D-54F3-6800-E06A39B7864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8131776" y="4526538"/>
            <a:ext cx="3617312" cy="1381479"/>
          </a:xfrm>
          <a:custGeom>
            <a:avLst/>
            <a:gdLst>
              <a:gd name="connsiteX0" fmla="*/ 54513 w 3617312"/>
              <a:gd name="connsiteY0" fmla="*/ 0 h 1381479"/>
              <a:gd name="connsiteX1" fmla="*/ 3562799 w 3617312"/>
              <a:gd name="connsiteY1" fmla="*/ 0 h 1381479"/>
              <a:gd name="connsiteX2" fmla="*/ 3617312 w 3617312"/>
              <a:gd name="connsiteY2" fmla="*/ 54513 h 1381479"/>
              <a:gd name="connsiteX3" fmla="*/ 3617312 w 3617312"/>
              <a:gd name="connsiteY3" fmla="*/ 1326966 h 1381479"/>
              <a:gd name="connsiteX4" fmla="*/ 3562799 w 3617312"/>
              <a:gd name="connsiteY4" fmla="*/ 1381479 h 1381479"/>
              <a:gd name="connsiteX5" fmla="*/ 54513 w 3617312"/>
              <a:gd name="connsiteY5" fmla="*/ 1381479 h 1381479"/>
              <a:gd name="connsiteX6" fmla="*/ 0 w 3617312"/>
              <a:gd name="connsiteY6" fmla="*/ 1326966 h 1381479"/>
              <a:gd name="connsiteX7" fmla="*/ 0 w 3617312"/>
              <a:gd name="connsiteY7" fmla="*/ 54513 h 1381479"/>
              <a:gd name="connsiteX8" fmla="*/ 54513 w 3617312"/>
              <a:gd name="connsiteY8" fmla="*/ 0 h 1381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17312" h="1381479">
                <a:moveTo>
                  <a:pt x="54513" y="0"/>
                </a:moveTo>
                <a:lnTo>
                  <a:pt x="3562799" y="0"/>
                </a:lnTo>
                <a:cubicBezTo>
                  <a:pt x="3592906" y="0"/>
                  <a:pt x="3617312" y="24406"/>
                  <a:pt x="3617312" y="54513"/>
                </a:cubicBezTo>
                <a:lnTo>
                  <a:pt x="3617312" y="1326966"/>
                </a:lnTo>
                <a:cubicBezTo>
                  <a:pt x="3617312" y="1357073"/>
                  <a:pt x="3592906" y="1381479"/>
                  <a:pt x="3562799" y="1381479"/>
                </a:cubicBezTo>
                <a:lnTo>
                  <a:pt x="54513" y="1381479"/>
                </a:lnTo>
                <a:cubicBezTo>
                  <a:pt x="24406" y="1381479"/>
                  <a:pt x="0" y="1357073"/>
                  <a:pt x="0" y="1326966"/>
                </a:cubicBezTo>
                <a:lnTo>
                  <a:pt x="0" y="54513"/>
                </a:lnTo>
                <a:cubicBezTo>
                  <a:pt x="0" y="24406"/>
                  <a:pt x="24406" y="0"/>
                  <a:pt x="545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tIns="180000">
            <a:noAutofit/>
          </a:bodyPr>
          <a:lstStyle>
            <a:lvl1pPr marL="0" indent="0" algn="ctr">
              <a:buNone/>
              <a:defRPr sz="1100" b="0" i="0">
                <a:latin typeface="DT Flow" pitchFamily="2" charset="77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21" name="Text Placeholder 176">
            <a:extLst>
              <a:ext uri="{FF2B5EF4-FFF2-40B4-BE49-F238E27FC236}">
                <a16:creationId xmlns:a16="http://schemas.microsoft.com/office/drawing/2014/main" id="{2F697830-A6DD-EF3C-3D38-A99F7FF2F716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131776" y="4526538"/>
            <a:ext cx="3617312" cy="1381479"/>
          </a:xfrm>
          <a:prstGeom prst="rect">
            <a:avLst/>
          </a:prstGeom>
          <a:gradFill>
            <a:gsLst>
              <a:gs pos="91000">
                <a:schemeClr val="tx1">
                  <a:alpha val="0"/>
                </a:schemeClr>
              </a:gs>
              <a:gs pos="50000">
                <a:schemeClr val="tx1">
                  <a:alpha val="23000"/>
                </a:schemeClr>
              </a:gs>
              <a:gs pos="6000">
                <a:schemeClr val="tx1">
                  <a:alpha val="66000"/>
                </a:schemeClr>
              </a:gs>
            </a:gsLst>
            <a:lin ang="16200000" scaled="0"/>
          </a:gradFill>
        </p:spPr>
        <p:txBody>
          <a:bodyPr vert="horz" wrap="square" lIns="91440" tIns="45720" rIns="91440" bIns="216000" rtlCol="0" anchor="b">
            <a:noAutofit/>
          </a:bodyPr>
          <a:lstStyle>
            <a:lvl1pPr marL="0" indent="0" algn="ctr">
              <a:buNone/>
              <a:defRPr lang="en-CA" sz="1400" b="0" i="0" dirty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lvl="0" algn="ctr"/>
            <a:r>
              <a:rPr lang="en-CA"/>
              <a:t>Insert Text Here</a:t>
            </a:r>
          </a:p>
        </p:txBody>
      </p:sp>
    </p:spTree>
    <p:extLst>
      <p:ext uri="{BB962C8B-B14F-4D97-AF65-F5344CB8AC3E}">
        <p14:creationId xmlns:p14="http://schemas.microsoft.com/office/powerpoint/2010/main" val="2013747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2BEF35-890C-2B1C-957B-2D9BCC3006D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7CCC8E-928C-1EE6-8886-C24A13259D08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CCECAF-76F1-3FF0-F3D4-B11D69E7D179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1094195D-F125-00C0-4FC7-9B53BA37F35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FD3FBB-1896-A122-BFF3-C9B4B453D31B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646005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ark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04FBF3-3029-448D-FBC6-FC422426CC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5C6E1-E890-C074-8E7A-B4EF2ABF458F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11306175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EC012-71B8-8CBC-9E58-C40424FCE6F6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4DB306-81A5-B8A1-E21E-597C192F36B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9ADC9E-22DF-D463-95AE-F53BF7942A86}"/>
              </a:ext>
            </a:extLst>
          </p:cNvPr>
          <p:cNvSpPr/>
          <p:nvPr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Title 19">
            <a:extLst>
              <a:ext uri="{FF2B5EF4-FFF2-40B4-BE49-F238E27FC236}">
                <a16:creationId xmlns:a16="http://schemas.microsoft.com/office/drawing/2014/main" id="{2173E285-EF80-3543-C6A2-5A4754D4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2DB6563-C2CD-8C24-8016-E0FE6457DA0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39F968D9-4C24-54F1-AC7D-8D647141329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303CDC-3425-7756-0F24-D2825B83D5A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C1ED3BBD-98B1-1A00-3EA5-39A629F51CD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665CFA-473C-17F2-24BB-0A6F204CD5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D27C4D-FCC4-EDFC-263A-71D794E25DD0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050C91-83FD-388B-8EA1-847D3B719CD6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92D2C83F-A590-5841-0348-A54F15C1F68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9BC22F5-69DC-14C2-25C2-13CC46472C48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17464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225425"/>
            <a:ext cx="6576353" cy="60118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4572147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DF5CCB-5D5F-5D97-4597-B8514F066F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AF0386-2948-0111-5EF0-7DC5192A0D6D}"/>
              </a:ext>
            </a:extLst>
          </p:cNvPr>
          <p:cNvSpPr/>
          <p:nvPr userDrawn="1"/>
        </p:nvSpPr>
        <p:spPr>
          <a:xfrm>
            <a:off x="534733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0A4541-CEB4-59AC-01B5-D3FF21CA514E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B530E915-737C-0FE0-980B-193532ECFB4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C582EB-A751-DAF3-BDA7-D5077940543C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22792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ark: standard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C78DA6-FF04-C09C-3443-7CEB0B075D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A3B9D20-B61E-D6DA-8014-23D28060F4F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5865" y="1376313"/>
            <a:ext cx="6576353" cy="48609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tx1"/>
                </a:solidFill>
                <a:latin typeface="Bernina Sans Offc" panose="02000000000000000000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225425"/>
            <a:ext cx="11499305" cy="827088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E8EE840-559E-39C0-A0B9-B7BC1CF60B5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376313"/>
            <a:ext cx="4572147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6A6E-D9B5-47DC-6F61-705C75EC932E}"/>
              </a:ext>
            </a:extLst>
          </p:cNvPr>
          <p:cNvSpPr/>
          <p:nvPr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BF88AF-E358-19FB-430E-38822A89230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0227754C-39AC-AC22-C1B7-6CDA84C21980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2E90D1-6D41-DFF1-FFAF-F260C48DAEF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DC1EA7D-A1C7-C058-31C9-464BBF3991A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DCB212-0053-7A01-CB7A-9E40E839D13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6C510B-2298-36B2-BEB9-DEF405F321C2}"/>
              </a:ext>
            </a:extLst>
          </p:cNvPr>
          <p:cNvSpPr/>
          <p:nvPr userDrawn="1"/>
        </p:nvSpPr>
        <p:spPr>
          <a:xfrm>
            <a:off x="5550566" y="1177242"/>
            <a:ext cx="1090868" cy="45719"/>
          </a:xfrm>
          <a:prstGeom prst="rect">
            <a:avLst/>
          </a:prstGeom>
          <a:gradFill>
            <a:gsLst>
              <a:gs pos="0">
                <a:schemeClr val="accent2"/>
              </a:gs>
              <a:gs pos="4700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126DCF-3CB1-17B7-2F55-2906322103C9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51843B8D-2703-1BE6-6C96-9FB73EA273F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0FD44C-0722-AA48-C1EA-F7BCA71EBC85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341354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Header with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01F8F9-B6D6-A9AD-8522-5BFD3E2582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034E6B5-4014-39E9-E08C-05A7FA972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11508081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E59019-CA83-1D58-EFA7-AAB10D0F09F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D7D02C-390B-66E8-4CA1-8BC16211A704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D475D513-00C8-3F84-2BF5-2B6A2875E4C9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F33BF9B-E145-7591-E90D-43D2A4884509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1964178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: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2D0D4A-281A-0291-99B6-20C64F68DA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FD2C000A-A60D-67CF-0E5F-99B07F928B59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220117-B9D2-514C-CEED-623121DA9EA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D786F-F441-47BC-A951-226510BA86E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6CB594-4CF5-B1D7-5D6C-3F2936591BAB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AC93B2CD-CD48-CEF3-5729-FE49A94DF0B6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E5A65C2-37EA-5B47-5B9E-683A857F100A}"/>
              </a:ext>
            </a:extLst>
          </p:cNvPr>
          <p:cNvSpPr/>
          <p:nvPr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6D43DD-E26B-7ADB-559A-55EEC3AFCB2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439E85-E7B7-6C85-2DD6-07DDE7AA2D0A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E1AAB01E-4080-0DD2-A6B5-0ADDAE23587A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B7B6935-F126-CFEB-AE06-671DB785010A}"/>
              </a:ext>
            </a:extLst>
          </p:cNvPr>
          <p:cNvSpPr/>
          <p:nvPr userDrawn="1"/>
        </p:nvSpPr>
        <p:spPr>
          <a:xfrm rot="16200000">
            <a:off x="11270487" y="6600542"/>
            <a:ext cx="219456" cy="27432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87024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6 Screenshots">
    <p:bg>
      <p:bgPr>
        <a:solidFill>
          <a:srgbClr val="0608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75C516F8-5175-E3E0-0AB4-8C88394AF8C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3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E73BF739-8542-F55E-5C59-2DD9C3E25E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265373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9" name="Picture Placeholder 19">
            <a:extLst>
              <a:ext uri="{FF2B5EF4-FFF2-40B4-BE49-F238E27FC236}">
                <a16:creationId xmlns:a16="http://schemas.microsoft.com/office/drawing/2014/main" id="{BAFC6CEC-DDAF-9341-4AFF-DB1FB27F396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087834" y="1160463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8" name="Picture Placeholder 19">
            <a:extLst>
              <a:ext uri="{FF2B5EF4-FFF2-40B4-BE49-F238E27FC236}">
                <a16:creationId xmlns:a16="http://schemas.microsoft.com/office/drawing/2014/main" id="{3A85FFAB-D243-0ECC-5F4E-2E4C8DB032F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913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29" name="Picture Placeholder 19">
            <a:extLst>
              <a:ext uri="{FF2B5EF4-FFF2-40B4-BE49-F238E27FC236}">
                <a16:creationId xmlns:a16="http://schemas.microsoft.com/office/drawing/2014/main" id="{546B2420-17B0-65B3-1450-1EF5CC88879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65373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0" name="Picture Placeholder 19">
            <a:extLst>
              <a:ext uri="{FF2B5EF4-FFF2-40B4-BE49-F238E27FC236}">
                <a16:creationId xmlns:a16="http://schemas.microsoft.com/office/drawing/2014/main" id="{1ADA1686-2019-63CC-CC3C-D9C55A1F8D5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87834" y="3618320"/>
            <a:ext cx="3661254" cy="2295118"/>
          </a:xfrm>
          <a:prstGeom prst="rect">
            <a:avLst/>
          </a:prstGeom>
          <a:solidFill>
            <a:srgbClr val="06080C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screenshot onto the slide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1FE20150-998E-A8E3-9174-8B5AB2BD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655C0A0-A336-A062-0859-B8D15A201CC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AEAA19-FCCE-0689-B9B1-97B747089EC1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1873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62476A-1A82-F1FF-EF55-B8FA08B4CA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2" name="Picture 11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423A328A-E4ED-C6E1-062A-B8CF57AAE2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  <p:sp>
        <p:nvSpPr>
          <p:cNvPr id="20" name="Date Placeholder 18">
            <a:extLst>
              <a:ext uri="{FF2B5EF4-FFF2-40B4-BE49-F238E27FC236}">
                <a16:creationId xmlns:a16="http://schemas.microsoft.com/office/drawing/2014/main" id="{C9E3A688-4AD9-031C-5446-67C226073CD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86968F7-F342-162B-7092-0F0CB624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A5099B66-DF95-BCD7-5063-3CE6483F741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912" y="1160463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BDB3B6FE-E020-681C-6ABF-174B545AD72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269372" y="1160463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D1F89BBA-9FA6-724E-26E5-3ABB6198914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42912" y="3618320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5EE56DF8-A82F-2F27-D1C4-477F0B9AF2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269372" y="3618320"/>
            <a:ext cx="5479716" cy="2295118"/>
          </a:xfrm>
          <a:prstGeom prst="rect">
            <a:avLst/>
          </a:prstGeom>
          <a:solidFill>
            <a:srgbClr val="030C16"/>
          </a:solidFill>
          <a:effectLst>
            <a:outerShdw blurRad="231720" sx="99000" sy="99000" algn="ctr" rotWithShape="0">
              <a:prstClr val="black">
                <a:alpha val="15000"/>
              </a:prstClr>
            </a:outerShdw>
          </a:effectLst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CA" sz="14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pPr marL="0" lvl="0" indent="0" algn="ctr">
              <a:buNone/>
            </a:pPr>
            <a:r>
              <a:rPr lang="en-CA"/>
              <a:t>Drag a screenshot onto the slide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1CC-2A85-721B-2CE3-4226BD96BB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2CEC0-D6CA-88AD-5798-5F73C16FD1E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117514-05FA-6C7B-7699-8C668BF952C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6" name="Picture 5" descr="A planet in space&#10;&#10;Description automatically generated with medium confidence">
            <a:extLst>
              <a:ext uri="{FF2B5EF4-FFF2-40B4-BE49-F238E27FC236}">
                <a16:creationId xmlns:a16="http://schemas.microsoft.com/office/drawing/2014/main" id="{86F37568-A341-30C4-C526-4B50796D5F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175" y="317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328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tandard slide with photo branded Bra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BA4CDB2-431A-F9AA-DC7E-F1CD939333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A4041-4F74-538D-974E-2F00659608C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B61A767C-9629-3017-84C1-62ECCC790B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9958" y="1234073"/>
            <a:ext cx="5679130" cy="4860976"/>
          </a:xfrm>
          <a:prstGeom prst="rect">
            <a:avLst/>
          </a:prstGeom>
          <a:solidFill>
            <a:srgbClr val="030C16"/>
          </a:solidFill>
          <a:effectLst>
            <a:outerShdw blurRad="228600" dist="76200" algn="ctr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itchFamily="2" charset="2"/>
              <a:buNone/>
              <a:defRPr lang="en-CA" sz="1400" b="0" i="0" kern="1200" dirty="0">
                <a:solidFill>
                  <a:schemeClr val="bg1"/>
                </a:solidFill>
                <a:latin typeface="DT Flow" pitchFamily="2" charset="77"/>
                <a:ea typeface="+mn-ea"/>
                <a:cs typeface="+mn-cs"/>
              </a:defRPr>
            </a:lvl1pPr>
          </a:lstStyle>
          <a:p>
            <a:r>
              <a:rPr lang="en-CA"/>
              <a:t>Drag a photo onto the slide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3FF35F1-EF8B-FC06-AA0F-40406CEF01C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A9C7870-9D27-38B7-2271-9D2201F8C9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9F75CF-5DE9-4CE8-1B4E-EC7116032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6F2807-9128-5A78-5BDC-D9B3E334F328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A95E691D-1964-3400-A1D7-D8F177C06CD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AD1C405-836A-65A4-74D9-23CE3C795CC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42913" y="1234073"/>
            <a:ext cx="5219789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2" name="Title 19">
            <a:extLst>
              <a:ext uri="{FF2B5EF4-FFF2-40B4-BE49-F238E27FC236}">
                <a16:creationId xmlns:a16="http://schemas.microsoft.com/office/drawing/2014/main" id="{908D7C02-8FC8-FEFD-B2A0-E45ECFFC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225425"/>
            <a:ext cx="8944275" cy="82708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72F6FD-E3FE-54DD-0EF9-F88C0A46BF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39E90-7F6C-0157-13E0-D485A60BFF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408" t="27898" r="13635" b="1"/>
          <a:stretch/>
        </p:blipFill>
        <p:spPr>
          <a:xfrm rot="10800000" flipH="1">
            <a:off x="-12564" y="5234151"/>
            <a:ext cx="12204564" cy="162384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2E8345-5976-05FF-8CA5-B343E6638BDD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73924910-C92B-1AA8-C7BC-61271A11617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5332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DA3574-08A8-2145-809F-8B3DDCE381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9AA34E9-8C90-C4DC-EB26-D400C73DD1B8}"/>
              </a:ext>
            </a:extLst>
          </p:cNvPr>
          <p:cNvSpPr>
            <a:spLocks/>
          </p:cNvSpPr>
          <p:nvPr/>
        </p:nvSpPr>
        <p:spPr>
          <a:xfrm rot="10800000">
            <a:off x="6285095" y="1478706"/>
            <a:ext cx="5461146" cy="484991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E30C128-7594-4FD1-64D9-96FD94EFE9BB}"/>
              </a:ext>
            </a:extLst>
          </p:cNvPr>
          <p:cNvSpPr>
            <a:spLocks/>
          </p:cNvSpPr>
          <p:nvPr/>
        </p:nvSpPr>
        <p:spPr>
          <a:xfrm rot="10800000">
            <a:off x="450426" y="1492074"/>
            <a:ext cx="5458581" cy="484796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3" name="Date Placeholder 18">
            <a:extLst>
              <a:ext uri="{FF2B5EF4-FFF2-40B4-BE49-F238E27FC236}">
                <a16:creationId xmlns:a16="http://schemas.microsoft.com/office/drawing/2014/main" id="{69D3E7B4-CFE4-467B-BA4D-96B326DC3339}"/>
              </a:ext>
            </a:extLst>
          </p:cNvPr>
          <p:cNvSpPr>
            <a:spLocks noGrp="1"/>
          </p:cNvSpPr>
          <p:nvPr>
            <p:ph type="dt" sz="half" idx="27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pic>
        <p:nvPicPr>
          <p:cNvPr id="31" name="Picture 30" descr="Shape, circle&#10;&#10;Description automatically generated">
            <a:extLst>
              <a:ext uri="{FF2B5EF4-FFF2-40B4-BE49-F238E27FC236}">
                <a16:creationId xmlns:a16="http://schemas.microsoft.com/office/drawing/2014/main" id="{F93CDD40-F302-53F2-A1FC-EF681BCE60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83282"/>
            <a:ext cx="5458582" cy="189466"/>
          </a:xfrm>
          <a:prstGeom prst="rect">
            <a:avLst/>
          </a:prstGeom>
        </p:spPr>
      </p:pic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7B19F78-36D5-0472-CD74-DDF8128350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2D421B-DD8E-0764-656A-F4A83BB30DD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C6EDFAD-49F4-CC1C-C22C-0DB87FBCD4E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788CC257-AACC-A212-27F8-F07276F3B7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9120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61741C60-3652-8C47-0877-54494453FC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9120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44D851B2-2870-AF8F-B51E-FD68A54F245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95072" y="1960864"/>
            <a:ext cx="544119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4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C528986D-6040-B46E-7DC7-287B95DF1C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95072" y="2461113"/>
            <a:ext cx="5441192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7CFBBA-F494-AE6C-A6B3-63103D13D8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B82810C-9127-8DEE-20AE-FF885EF3BDDE}"/>
              </a:ext>
            </a:extLst>
          </p:cNvPr>
          <p:cNvSpPr>
            <a:spLocks/>
          </p:cNvSpPr>
          <p:nvPr userDrawn="1"/>
        </p:nvSpPr>
        <p:spPr>
          <a:xfrm rot="10800000">
            <a:off x="6285095" y="1478706"/>
            <a:ext cx="5461146" cy="484991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9A47B56-D74C-8D18-A68A-CFE84C264AF2}"/>
              </a:ext>
            </a:extLst>
          </p:cNvPr>
          <p:cNvSpPr>
            <a:spLocks/>
          </p:cNvSpPr>
          <p:nvPr userDrawn="1"/>
        </p:nvSpPr>
        <p:spPr>
          <a:xfrm rot="10800000">
            <a:off x="450426" y="1492074"/>
            <a:ext cx="5458581" cy="4847963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4" name="Picture 13" descr="Shape, circle&#10;&#10;Description automatically generated">
            <a:extLst>
              <a:ext uri="{FF2B5EF4-FFF2-40B4-BE49-F238E27FC236}">
                <a16:creationId xmlns:a16="http://schemas.microsoft.com/office/drawing/2014/main" id="{0EB25B2C-D524-869A-18F6-F569570CA5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2555" y="1483282"/>
            <a:ext cx="5458582" cy="189466"/>
          </a:xfrm>
          <a:prstGeom prst="rect">
            <a:avLst/>
          </a:prstGeom>
        </p:spPr>
      </p:pic>
      <p:pic>
        <p:nvPicPr>
          <p:cNvPr id="15" name="Picture 14" descr="Shape, circle&#10;&#10;Description automatically generated">
            <a:extLst>
              <a:ext uri="{FF2B5EF4-FFF2-40B4-BE49-F238E27FC236}">
                <a16:creationId xmlns:a16="http://schemas.microsoft.com/office/drawing/2014/main" id="{7588DA9F-BDB2-A0DC-C3A9-C2C4200705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750" y="1478706"/>
            <a:ext cx="5458582" cy="18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68791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B82526-13BC-DC86-FD8A-0654F8592A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1A68A1-5F7D-D578-1214-BC39F82BF30E}"/>
              </a:ext>
            </a:extLst>
          </p:cNvPr>
          <p:cNvSpPr>
            <a:spLocks/>
          </p:cNvSpPr>
          <p:nvPr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9157B2-4E51-6DE9-CAA8-29AD62620431}"/>
              </a:ext>
            </a:extLst>
          </p:cNvPr>
          <p:cNvSpPr>
            <a:spLocks/>
          </p:cNvSpPr>
          <p:nvPr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BEC223-2986-3383-7532-476D464EC48E}"/>
              </a:ext>
            </a:extLst>
          </p:cNvPr>
          <p:cNvSpPr>
            <a:spLocks/>
          </p:cNvSpPr>
          <p:nvPr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4" name="Date Placeholder 18">
            <a:extLst>
              <a:ext uri="{FF2B5EF4-FFF2-40B4-BE49-F238E27FC236}">
                <a16:creationId xmlns:a16="http://schemas.microsoft.com/office/drawing/2014/main" id="{8F42231E-BFBA-F657-D917-DAC6CCBCC24C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F665560D-9A23-D664-05DC-D92209F492ED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9BB74B4-0E2C-4040-195A-69D5FB668A0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CD1390F-8591-75A8-8754-77DA6867FE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53D372-0DAC-1B16-0D0A-96DEEEDAA26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4" y="1545926"/>
            <a:ext cx="3709291" cy="121282"/>
          </a:xfrm>
          <a:prstGeom prst="rect">
            <a:avLst/>
          </a:prstGeom>
        </p:spPr>
      </p:pic>
      <p:pic>
        <p:nvPicPr>
          <p:cNvPr id="41" name="Picture 40" descr="Shape, circle&#10;&#10;Description automatically generated">
            <a:extLst>
              <a:ext uri="{FF2B5EF4-FFF2-40B4-BE49-F238E27FC236}">
                <a16:creationId xmlns:a16="http://schemas.microsoft.com/office/drawing/2014/main" id="{FC24810D-E688-3742-362A-7ABD85D679E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133" y="1547109"/>
            <a:ext cx="3700192" cy="119727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BA93F34C-BA8D-F410-9D55-A6E28ABA6B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1446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0E9A7006-29DC-7A7A-1FE5-AF3E9F3C20B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11446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BC1D30C2-26E0-A801-C710-1954E3F7CA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55885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AED862F-B5C1-985C-77C0-B78D247606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55885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C62429F6-69D5-6B72-2366-2AED9795EC5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76077" y="1836581"/>
            <a:ext cx="3641076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215347FE-C0A6-602F-859E-8421E8B3A5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076077" y="2295778"/>
            <a:ext cx="3641076" cy="412236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571406-20D0-582B-FC68-B075A03CAE1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7B75425-2107-91C6-56E9-527BB1DB1327}"/>
              </a:ext>
            </a:extLst>
          </p:cNvPr>
          <p:cNvSpPr>
            <a:spLocks/>
          </p:cNvSpPr>
          <p:nvPr userDrawn="1"/>
        </p:nvSpPr>
        <p:spPr>
          <a:xfrm rot="10800000">
            <a:off x="4231668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11A952-2D57-C3A7-0C01-A49E57483B45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545926"/>
            <a:ext cx="3701703" cy="43675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60766F-B85C-8C76-8063-3171C63FD450}"/>
              </a:ext>
            </a:extLst>
          </p:cNvPr>
          <p:cNvSpPr>
            <a:spLocks/>
          </p:cNvSpPr>
          <p:nvPr userDrawn="1"/>
        </p:nvSpPr>
        <p:spPr>
          <a:xfrm rot="10800000">
            <a:off x="8045764" y="1603585"/>
            <a:ext cx="3701703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B69A05-0EE4-C7B1-0A2C-A955D76EEA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233180" y="1552970"/>
            <a:ext cx="3700192" cy="1126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1D2A7F-CC35-62FA-32D0-A171643D39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038174" y="1545926"/>
            <a:ext cx="3709291" cy="121282"/>
          </a:xfrm>
          <a:prstGeom prst="rect">
            <a:avLst/>
          </a:prstGeom>
        </p:spPr>
      </p:pic>
      <p:pic>
        <p:nvPicPr>
          <p:cNvPr id="14" name="Picture 13" descr="Shape, circle&#10;&#10;Description automatically generated">
            <a:extLst>
              <a:ext uri="{FF2B5EF4-FFF2-40B4-BE49-F238E27FC236}">
                <a16:creationId xmlns:a16="http://schemas.microsoft.com/office/drawing/2014/main" id="{EF21B856-B852-01C9-2AC0-917FBE75EF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133" y="1547109"/>
            <a:ext cx="3700192" cy="11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4002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2032E-2F8C-053D-4B19-D79F2F235E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7EA6E8-4C91-7151-A35B-7014D8ED044C}"/>
              </a:ext>
            </a:extLst>
          </p:cNvPr>
          <p:cNvSpPr>
            <a:spLocks/>
          </p:cNvSpPr>
          <p:nvPr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9FEC6-A736-B71A-7D17-10955C582122}"/>
              </a:ext>
            </a:extLst>
          </p:cNvPr>
          <p:cNvSpPr>
            <a:spLocks/>
          </p:cNvSpPr>
          <p:nvPr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3DDC7F-D4A6-8617-188C-F15900634FC8}"/>
              </a:ext>
            </a:extLst>
          </p:cNvPr>
          <p:cNvSpPr>
            <a:spLocks/>
          </p:cNvSpPr>
          <p:nvPr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0DC43F-0C5A-2B65-96D2-2530B0F5A0C1}"/>
              </a:ext>
            </a:extLst>
          </p:cNvPr>
          <p:cNvSpPr>
            <a:spLocks/>
          </p:cNvSpPr>
          <p:nvPr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0955868-CFCC-69E4-7561-3B73EFDF47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C4EFD7D-B202-105A-BCD6-DD69BCE76A8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E50E42-3DCA-E51B-06B8-825375BA4DE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0821C38-9852-BAB0-8A20-AF954D13D8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78AEDE4C-584F-11CE-0E42-7321AE1C11B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96072" y="1823907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38617105-716D-12D5-9B44-AAD4CBB0F2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6072" y="2272713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58B8BD4-011E-C228-0230-6721FA0DC64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275619" y="1826825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DD4754F1-46CB-A3F0-1370-31AEF31A83B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275619" y="2275631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8016C7CF-7490-AB35-6744-71D92B0B004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55164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1780FE8E-B3A9-6DDD-C01C-92F3E79471B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155164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F7D2E3E7-5466-D971-8C68-3F485A97D80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34709" y="1836476"/>
            <a:ext cx="2768652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444E2549-ABEE-5DAC-B1E9-9A7D4B6D891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34709" y="2285282"/>
            <a:ext cx="2768652" cy="428274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31FFB-AA77-A561-8D85-F33FAA3410B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A981503-3B86-BE30-8109-98EC1404F3B0}"/>
              </a:ext>
            </a:extLst>
          </p:cNvPr>
          <p:cNvSpPr>
            <a:spLocks/>
          </p:cNvSpPr>
          <p:nvPr userDrawn="1"/>
        </p:nvSpPr>
        <p:spPr>
          <a:xfrm rot="10800000">
            <a:off x="381133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4D2244D-A81A-03BF-63BB-848352726AED}"/>
              </a:ext>
            </a:extLst>
          </p:cNvPr>
          <p:cNvSpPr>
            <a:spLocks/>
          </p:cNvSpPr>
          <p:nvPr userDrawn="1"/>
        </p:nvSpPr>
        <p:spPr>
          <a:xfrm rot="10800000">
            <a:off x="3260680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E34DF4B-5F6B-1D38-8508-8C4C0C432271}"/>
              </a:ext>
            </a:extLst>
          </p:cNvPr>
          <p:cNvSpPr>
            <a:spLocks/>
          </p:cNvSpPr>
          <p:nvPr userDrawn="1"/>
        </p:nvSpPr>
        <p:spPr>
          <a:xfrm rot="10800000">
            <a:off x="6140225" y="1603585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4817FF6-3BC7-327E-B87D-11AD32AF8642}"/>
              </a:ext>
            </a:extLst>
          </p:cNvPr>
          <p:cNvSpPr>
            <a:spLocks/>
          </p:cNvSpPr>
          <p:nvPr userDrawn="1"/>
        </p:nvSpPr>
        <p:spPr>
          <a:xfrm rot="10800000">
            <a:off x="9019770" y="1600964"/>
            <a:ext cx="2798531" cy="4309850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1" name="Title 24">
            <a:extLst>
              <a:ext uri="{FF2B5EF4-FFF2-40B4-BE49-F238E27FC236}">
                <a16:creationId xmlns:a16="http://schemas.microsoft.com/office/drawing/2014/main" id="{38DAB478-AA6F-BEA7-6EB6-C841EF2D1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AA63125-F0DF-BF89-4A94-77FB196B02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81101" y="1512578"/>
            <a:ext cx="2787928" cy="1061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1CF5BFD-72D3-50DF-FA5F-E7DAD88BED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3260677" y="1514103"/>
            <a:ext cx="2798530" cy="10870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53F25AF-C499-EA0B-3730-E652346BEA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6140212" y="1512994"/>
            <a:ext cx="2798528" cy="1037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9006E14-C6C6-E20F-7070-706619341E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9019741" y="1514360"/>
            <a:ext cx="2798530" cy="10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747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3 Boxes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2032E-2F8C-053D-4B19-D79F2F235E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6357364B-CEAA-54E0-4325-09CDDB0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7BBE1667-D207-7F74-B678-937962C97165}"/>
              </a:ext>
            </a:extLst>
          </p:cNvPr>
          <p:cNvSpPr>
            <a:spLocks noGrp="1"/>
          </p:cNvSpPr>
          <p:nvPr>
            <p:ph type="dt" sz="half" idx="36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9" name="Footer Placeholder 38">
            <a:extLst>
              <a:ext uri="{FF2B5EF4-FFF2-40B4-BE49-F238E27FC236}">
                <a16:creationId xmlns:a16="http://schemas.microsoft.com/office/drawing/2014/main" id="{CD9BD250-9387-5A26-4149-69A189D0E4ED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AEEDA682-5F2B-85F5-653A-271741D495C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7E31917-B5FE-6DD5-0953-C666777AA45A}"/>
              </a:ext>
            </a:extLst>
          </p:cNvPr>
          <p:cNvSpPr>
            <a:spLocks/>
          </p:cNvSpPr>
          <p:nvPr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B459EC-C6EA-0E99-8DE1-6D854EF193F2}"/>
              </a:ext>
            </a:extLst>
          </p:cNvPr>
          <p:cNvSpPr>
            <a:spLocks/>
          </p:cNvSpPr>
          <p:nvPr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41CF234-9377-9ED5-8DD6-85F8C3D79431}"/>
              </a:ext>
            </a:extLst>
          </p:cNvPr>
          <p:cNvSpPr>
            <a:spLocks/>
          </p:cNvSpPr>
          <p:nvPr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A5FB9BD-3AA1-54A6-CA30-BFF05C32B032}"/>
              </a:ext>
            </a:extLst>
          </p:cNvPr>
          <p:cNvSpPr>
            <a:spLocks/>
          </p:cNvSpPr>
          <p:nvPr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1F0D752A-E897-9E70-2CD8-976FDC9CAEB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57883" y="182056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4BF71120-9ABC-2DD0-3565-9E3154E3767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883" y="226936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F9CFA1C8-DFC7-F326-DB98-4997DCA0A15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20147" y="1821697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62261AA-311B-D6EE-E3A0-395354A46CF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20147" y="2270503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9E2D50D8-0EBD-B6B5-B807-D5B57EE0401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79531" y="1833131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0DC513B4-D3EE-0A72-9251-108A220EB97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79531" y="2281937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34" name="Text Placeholder 25">
            <a:extLst>
              <a:ext uri="{FF2B5EF4-FFF2-40B4-BE49-F238E27FC236}">
                <a16:creationId xmlns:a16="http://schemas.microsoft.com/office/drawing/2014/main" id="{A6218DF1-C09B-947A-9A59-CCED12F5A10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66248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AF8D8741-7940-0034-674C-652C5127B8B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66248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BA8A269-CF9E-9EBA-692B-11767DD8F02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925771A1-178C-2490-EF6E-AD9A024E03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B8AD41A0-211F-F5D6-06A2-0F4F89C70E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72D1C95-27D2-0232-2612-BA0DE0C755C4}"/>
              </a:ext>
            </a:extLst>
          </p:cNvPr>
          <p:cNvSpPr>
            <a:spLocks/>
          </p:cNvSpPr>
          <p:nvPr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1D94C32C-FF8B-81AE-7BDD-F923AB54BE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417015" y="429245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5" name="Text Placeholder 25">
            <a:extLst>
              <a:ext uri="{FF2B5EF4-FFF2-40B4-BE49-F238E27FC236}">
                <a16:creationId xmlns:a16="http://schemas.microsoft.com/office/drawing/2014/main" id="{150593F0-B8C5-41D9-D1A3-E681D8317B5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417015" y="474126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1A8AF49-436C-2468-E5E1-23E5780D9280}"/>
              </a:ext>
            </a:extLst>
          </p:cNvPr>
          <p:cNvSpPr>
            <a:spLocks/>
          </p:cNvSpPr>
          <p:nvPr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8" name="Text Placeholder 25">
            <a:extLst>
              <a:ext uri="{FF2B5EF4-FFF2-40B4-BE49-F238E27FC236}">
                <a16:creationId xmlns:a16="http://schemas.microsoft.com/office/drawing/2014/main" id="{2818667E-1EC2-4513-46A5-858A3DEDE66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76153" y="4291175"/>
            <a:ext cx="3351705" cy="392893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2200" b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Sample Header</a:t>
            </a:r>
          </a:p>
        </p:txBody>
      </p:sp>
      <p:sp>
        <p:nvSpPr>
          <p:cNvPr id="49" name="Text Placeholder 25">
            <a:extLst>
              <a:ext uri="{FF2B5EF4-FFF2-40B4-BE49-F238E27FC236}">
                <a16:creationId xmlns:a16="http://schemas.microsoft.com/office/drawing/2014/main" id="{B4A3E790-F2B5-8D06-CB54-20FC1F02452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76153" y="4739981"/>
            <a:ext cx="3351705" cy="455595"/>
          </a:xfrm>
        </p:spPr>
        <p:txBody>
          <a:bodyPr lIns="180000" rIns="180000" anchor="t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bg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50B67F04-E751-F8D1-4A09-B11E12F179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7AC95C9-F2A8-081F-5881-396F8E15013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BD23792-1F1C-A0A1-7FB2-6F022C8C49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B4B1CA-9074-E3F0-8C82-DE7D98EFDC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4" name="Title 24">
            <a:extLst>
              <a:ext uri="{FF2B5EF4-FFF2-40B4-BE49-F238E27FC236}">
                <a16:creationId xmlns:a16="http://schemas.microsoft.com/office/drawing/2014/main" id="{3E735480-33FF-25BF-4DA0-C336A8501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</p:spPr>
        <p:txBody>
          <a:bodyPr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AB1CE3-471D-285B-7614-AE7EB6314412}"/>
              </a:ext>
            </a:extLst>
          </p:cNvPr>
          <p:cNvSpPr>
            <a:spLocks/>
          </p:cNvSpPr>
          <p:nvPr userDrawn="1"/>
        </p:nvSpPr>
        <p:spPr>
          <a:xfrm rot="10800000">
            <a:off x="442942" y="1600239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10282" sy="110282" algn="ctr" rotWithShape="0">
              <a:srgbClr val="000000">
                <a:alpha val="5623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B349BCC-BE32-7E24-8C06-CB2A38BC7D15}"/>
              </a:ext>
            </a:extLst>
          </p:cNvPr>
          <p:cNvSpPr>
            <a:spLocks/>
          </p:cNvSpPr>
          <p:nvPr userDrawn="1"/>
        </p:nvSpPr>
        <p:spPr>
          <a:xfrm rot="10800000">
            <a:off x="4405206" y="1598457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269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B5014F-36F5-6851-CE07-A6F29C6B01D6}"/>
              </a:ext>
            </a:extLst>
          </p:cNvPr>
          <p:cNvSpPr>
            <a:spLocks/>
          </p:cNvSpPr>
          <p:nvPr userDrawn="1"/>
        </p:nvSpPr>
        <p:spPr>
          <a:xfrm rot="10800000">
            <a:off x="8364590" y="1600240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15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Bernina Sans Offc" panose="02000000000000000000" pitchFamily="2" charset="77"/>
                <a:ea typeface="+mn-ea"/>
                <a:cs typeface="+mn-cs"/>
              </a:rPr>
              <a:t>z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6760CDD-62A5-E818-2FDF-70B571C5FA90}"/>
              </a:ext>
            </a:extLst>
          </p:cNvPr>
          <p:cNvSpPr>
            <a:spLocks/>
          </p:cNvSpPr>
          <p:nvPr userDrawn="1"/>
        </p:nvSpPr>
        <p:spPr>
          <a:xfrm rot="10800000">
            <a:off x="451307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AA77A0-7406-2037-77B8-70F5E5B363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42909" y="1506078"/>
            <a:ext cx="3387875" cy="1316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6D750D-BF71-4CBB-0E61-3B50A992C3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405205" y="1508975"/>
            <a:ext cx="3387875" cy="131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9C65AF-C404-AC69-E616-583621AC6B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51280" y="3969059"/>
            <a:ext cx="3387875" cy="13160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468A496-D8BD-8AE3-7077-5BD0E4C8BC39}"/>
              </a:ext>
            </a:extLst>
          </p:cNvPr>
          <p:cNvSpPr>
            <a:spLocks/>
          </p:cNvSpPr>
          <p:nvPr userDrawn="1"/>
        </p:nvSpPr>
        <p:spPr>
          <a:xfrm rot="10800000">
            <a:off x="4402074" y="4059564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5922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537E8DE-0910-7781-6801-098EE3E07018}"/>
              </a:ext>
            </a:extLst>
          </p:cNvPr>
          <p:cNvSpPr>
            <a:spLocks/>
          </p:cNvSpPr>
          <p:nvPr userDrawn="1"/>
        </p:nvSpPr>
        <p:spPr>
          <a:xfrm rot="10800000">
            <a:off x="8361212" y="4055663"/>
            <a:ext cx="3387876" cy="2289709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  <a:ln>
            <a:noFill/>
          </a:ln>
          <a:effectLst>
            <a:outerShdw blurRad="235545" sx="104000" sy="104000" algn="ctr" rotWithShape="0">
              <a:srgbClr val="000000">
                <a:alpha val="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26C0A07-7343-8125-2BFA-12636067ED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8361185" y="3969059"/>
            <a:ext cx="3387875" cy="131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CE68823-D274-1604-4424-D2A27133A1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8358067" y="1506079"/>
            <a:ext cx="3387875" cy="1316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3055CE-DBC0-6751-0128-2EA1F1B051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95" b="11435"/>
          <a:stretch/>
        </p:blipFill>
        <p:spPr>
          <a:xfrm rot="10800000">
            <a:off x="4398929" y="3966050"/>
            <a:ext cx="3387875" cy="13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15178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int series: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9FF272-8EEE-A80E-ADC9-799E7483D9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4" name="Picture 3" descr="A picture containing fish&#10;&#10;Description automatically generated">
            <a:extLst>
              <a:ext uri="{FF2B5EF4-FFF2-40B4-BE49-F238E27FC236}">
                <a16:creationId xmlns:a16="http://schemas.microsoft.com/office/drawing/2014/main" id="{BFB306BF-1A2C-7A4F-2B65-E4BF208ADEC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9" name="Picture 8" hidden="1">
            <a:extLst>
              <a:ext uri="{FF2B5EF4-FFF2-40B4-BE49-F238E27FC236}">
                <a16:creationId xmlns:a16="http://schemas.microsoft.com/office/drawing/2014/main" id="{626661B9-4783-1103-B6E9-0EF335BA3B04}"/>
              </a:ext>
            </a:extLst>
          </p:cNvPr>
          <p:cNvPicPr>
            <a:picLocks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61B84-17D7-68A6-AA63-C003951967D1}"/>
              </a:ext>
            </a:extLst>
          </p:cNvPr>
          <p:cNvSpPr/>
          <p:nvPr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13" name="Content Placeholder 30">
            <a:extLst>
              <a:ext uri="{FF2B5EF4-FFF2-40B4-BE49-F238E27FC236}">
                <a16:creationId xmlns:a16="http://schemas.microsoft.com/office/drawing/2014/main" id="{EBCD1A46-120A-9987-30C4-0616B8DD385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4" name="Content Placeholder 30">
            <a:extLst>
              <a:ext uri="{FF2B5EF4-FFF2-40B4-BE49-F238E27FC236}">
                <a16:creationId xmlns:a16="http://schemas.microsoft.com/office/drawing/2014/main" id="{0D4D4B93-7ACE-668B-AC68-9A93ADD7F85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5" name="Content Placeholder 30">
            <a:extLst>
              <a:ext uri="{FF2B5EF4-FFF2-40B4-BE49-F238E27FC236}">
                <a16:creationId xmlns:a16="http://schemas.microsoft.com/office/drawing/2014/main" id="{889C19EB-92E2-080D-83A7-57CFFB0731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6" name="Content Placeholder 30">
            <a:extLst>
              <a:ext uri="{FF2B5EF4-FFF2-40B4-BE49-F238E27FC236}">
                <a16:creationId xmlns:a16="http://schemas.microsoft.com/office/drawing/2014/main" id="{0BDD25E2-B74F-8A61-6DBD-AD742C64D1D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2733C6-1C2B-35A7-2FFE-DB2C7D0ADA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1" name="Picture 10" descr="A picture containing fish&#10;&#10;Description automatically generated">
            <a:extLst>
              <a:ext uri="{FF2B5EF4-FFF2-40B4-BE49-F238E27FC236}">
                <a16:creationId xmlns:a16="http://schemas.microsoft.com/office/drawing/2014/main" id="{9DA9848E-C752-75DC-C441-BC006F2F1F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pic>
        <p:nvPicPr>
          <p:cNvPr id="12" name="Picture 11" hidden="1">
            <a:extLst>
              <a:ext uri="{FF2B5EF4-FFF2-40B4-BE49-F238E27FC236}">
                <a16:creationId xmlns:a16="http://schemas.microsoft.com/office/drawing/2014/main" id="{B116E1AB-8068-9F5D-BF25-57A5B8801A23}"/>
              </a:ext>
            </a:extLst>
          </p:cNvPr>
          <p:cNvPicPr>
            <a:picLocks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73" b="-103"/>
          <a:stretch/>
        </p:blipFill>
        <p:spPr>
          <a:xfrm>
            <a:off x="-5044440" y="-962931"/>
            <a:ext cx="7381811" cy="12149091"/>
          </a:xfrm>
          <a:prstGeom prst="rect">
            <a:avLst/>
          </a:prstGeom>
          <a:ln>
            <a:noFill/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ED7D0D2-39AE-6688-6627-CAC7C1E3D0AF}"/>
              </a:ext>
            </a:extLst>
          </p:cNvPr>
          <p:cNvSpPr/>
          <p:nvPr userDrawn="1"/>
        </p:nvSpPr>
        <p:spPr>
          <a:xfrm>
            <a:off x="283226" y="1528628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87923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int series: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28DC68-5CBD-016B-7111-4DD13DDBC1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3130760-2CB2-FAE3-D526-BF472A9C35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sz="2000"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57558-C671-CB95-EE94-30889F38FFBA}"/>
              </a:ext>
            </a:extLst>
          </p:cNvPr>
          <p:cNvSpPr/>
          <p:nvPr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8BEA71A0-03AC-814D-8280-7C042B2ED40F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FD0FDD50-C382-CC3F-6060-314BCC58B8D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BA1C2E0-DA51-E2AA-E56A-BB9F5A239EF5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0B32A684-D8BE-E7B0-D5E0-CBF017B1770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8D8968-DA43-1343-DA84-1BD56129CC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5" name="Picture 14" descr="A picture containing fish&#10;&#10;Description automatically generated">
            <a:extLst>
              <a:ext uri="{FF2B5EF4-FFF2-40B4-BE49-F238E27FC236}">
                <a16:creationId xmlns:a16="http://schemas.microsoft.com/office/drawing/2014/main" id="{82BF81BF-36AB-5A99-19EA-9745FA3B3C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BDDBFC7-FA48-29A5-4AD0-8C048D0D9B94}"/>
              </a:ext>
            </a:extLst>
          </p:cNvPr>
          <p:cNvSpPr/>
          <p:nvPr userDrawn="1"/>
        </p:nvSpPr>
        <p:spPr>
          <a:xfrm>
            <a:off x="283226" y="2726011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39130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int series: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E3ECC27-9DAE-13F5-48E0-89D79469B6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627491DA-93EF-8AE0-2E21-28B0095E3A0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CE4AF-93B6-0FD5-C602-B7155647B1C2}"/>
              </a:ext>
            </a:extLst>
          </p:cNvPr>
          <p:cNvSpPr/>
          <p:nvPr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31043B5E-DB21-1F86-454A-0A53FFA1605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40AC08A9-330D-F5E2-78FC-44A12F2AE4F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FFF58BDE-8099-FFDD-24BF-5F58BF0C2C8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ECE17CB0-126C-C58E-A333-27331FDFC13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1E7C40-6022-0F69-BF7D-19DBC1ABBDB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5" name="Picture 14" descr="A picture containing fish&#10;&#10;Description automatically generated">
            <a:extLst>
              <a:ext uri="{FF2B5EF4-FFF2-40B4-BE49-F238E27FC236}">
                <a16:creationId xmlns:a16="http://schemas.microsoft.com/office/drawing/2014/main" id="{0821576A-4F8E-795B-EAC4-7B8F050C92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6364F29-7530-8FDF-1FF9-FF051946AF7A}"/>
              </a:ext>
            </a:extLst>
          </p:cNvPr>
          <p:cNvSpPr/>
          <p:nvPr userDrawn="1"/>
        </p:nvSpPr>
        <p:spPr>
          <a:xfrm>
            <a:off x="283225" y="3847954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142040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oint Series: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64F7CE-B3CE-A325-CEAC-1B9EC546AA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3" name="Picture 12" descr="A picture containing fish&#10;&#10;Description automatically generated">
            <a:extLst>
              <a:ext uri="{FF2B5EF4-FFF2-40B4-BE49-F238E27FC236}">
                <a16:creationId xmlns:a16="http://schemas.microsoft.com/office/drawing/2014/main" id="{5ED646FF-8E27-25E3-4A61-373E66244A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5B7D8D-B7A4-A4A8-7984-BFFCC978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361" y="511934"/>
            <a:ext cx="9047727" cy="537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898A66-C4C0-AF4B-FBDC-29FB057E70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219B-D0B2-32C7-B0F9-B9941619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BD868971-A70C-E134-9AB1-6DF1A9445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1736" y="6471920"/>
            <a:ext cx="5995805" cy="2615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F85ABCE-7788-2FC8-0497-FACE4FEE592B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701361" y="1210057"/>
            <a:ext cx="9126378" cy="4860976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  <a:lvl2pPr>
              <a:defRPr b="0" i="0">
                <a:solidFill>
                  <a:schemeClr val="bg1"/>
                </a:solidFill>
                <a:latin typeface="+mn-lt"/>
              </a:defRPr>
            </a:lvl2pPr>
            <a:lvl3pPr>
              <a:defRPr b="0" i="0">
                <a:solidFill>
                  <a:schemeClr val="bg1"/>
                </a:solidFill>
                <a:latin typeface="+mn-lt"/>
              </a:defRPr>
            </a:lvl3pPr>
            <a:lvl4pPr>
              <a:defRPr b="0" i="0">
                <a:solidFill>
                  <a:schemeClr val="bg1"/>
                </a:solidFill>
                <a:latin typeface="+mn-lt"/>
              </a:defRPr>
            </a:lvl4pPr>
            <a:lvl5pPr>
              <a:defRPr b="0" i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4F364E-8B62-5CA1-D3BD-6AF7F12F48C2}"/>
              </a:ext>
            </a:extLst>
          </p:cNvPr>
          <p:cNvSpPr/>
          <p:nvPr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9" name="Content Placeholder 30">
            <a:extLst>
              <a:ext uri="{FF2B5EF4-FFF2-40B4-BE49-F238E27FC236}">
                <a16:creationId xmlns:a16="http://schemas.microsoft.com/office/drawing/2014/main" id="{D3FBC3AD-7CE6-4B95-4EF4-206953B4759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13212" y="2337625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2</a:t>
            </a:r>
          </a:p>
        </p:txBody>
      </p:sp>
      <p:sp>
        <p:nvSpPr>
          <p:cNvPr id="10" name="Content Placeholder 30">
            <a:extLst>
              <a:ext uri="{FF2B5EF4-FFF2-40B4-BE49-F238E27FC236}">
                <a16:creationId xmlns:a16="http://schemas.microsoft.com/office/drawing/2014/main" id="{0A5827F6-0207-0347-DC84-53AE6573096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09492" y="3459568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3</a:t>
            </a:r>
          </a:p>
        </p:txBody>
      </p:sp>
      <p:sp>
        <p:nvSpPr>
          <p:cNvPr id="11" name="Content Placeholder 30">
            <a:extLst>
              <a:ext uri="{FF2B5EF4-FFF2-40B4-BE49-F238E27FC236}">
                <a16:creationId xmlns:a16="http://schemas.microsoft.com/office/drawing/2014/main" id="{DAA4B6E8-A9B7-AEB1-F278-2D38726D5409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09492" y="4746493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4</a:t>
            </a:r>
          </a:p>
        </p:txBody>
      </p:sp>
      <p:sp>
        <p:nvSpPr>
          <p:cNvPr id="12" name="Content Placeholder 30">
            <a:extLst>
              <a:ext uri="{FF2B5EF4-FFF2-40B4-BE49-F238E27FC236}">
                <a16:creationId xmlns:a16="http://schemas.microsoft.com/office/drawing/2014/main" id="{FA065EE8-9344-FFAB-288B-E38E9AFFDE4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09492" y="1141056"/>
            <a:ext cx="1476483" cy="241300"/>
          </a:xfrm>
        </p:spPr>
        <p:txBody>
          <a:bodyPr tIns="91440">
            <a:noAutofit/>
          </a:bodyPr>
          <a:lstStyle>
            <a:lvl1pPr marL="0" indent="0">
              <a:buNone/>
              <a:defRPr sz="1600" b="1" i="0">
                <a:solidFill>
                  <a:schemeClr val="bg1">
                    <a:alpha val="50000"/>
                  </a:schemeClr>
                </a:solidFill>
                <a:latin typeface="DT Flow Extrabold" pitchFamily="2" charset="77"/>
              </a:defRPr>
            </a:lvl1pPr>
          </a:lstStyle>
          <a:p>
            <a:pPr lvl="0"/>
            <a:r>
              <a:rPr lang="en-US"/>
              <a:t>Point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58F38E-1BE4-64F9-8F36-3837A95F040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C16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5" name="Picture 14" descr="A picture containing fish&#10;&#10;Description automatically generated">
            <a:extLst>
              <a:ext uri="{FF2B5EF4-FFF2-40B4-BE49-F238E27FC236}">
                <a16:creationId xmlns:a16="http://schemas.microsoft.com/office/drawing/2014/main" id="{8FFA78A6-E4E8-BBD6-1DAA-D53ACA8C40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3807"/>
            <a:ext cx="2337371" cy="685038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B15D6B-B428-54F6-7EC9-C0820F702258}"/>
              </a:ext>
            </a:extLst>
          </p:cNvPr>
          <p:cNvSpPr/>
          <p:nvPr userDrawn="1"/>
        </p:nvSpPr>
        <p:spPr>
          <a:xfrm>
            <a:off x="283226" y="5134879"/>
            <a:ext cx="558525" cy="457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036593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1D7C3E-3EF5-C5AF-4214-681F88C03390}"/>
              </a:ext>
            </a:extLst>
          </p:cNvPr>
          <p:cNvGrpSpPr/>
          <p:nvPr/>
        </p:nvGrpSpPr>
        <p:grpSpPr>
          <a:xfrm>
            <a:off x="932249" y="2960405"/>
            <a:ext cx="10367842" cy="2806212"/>
            <a:chOff x="932249" y="2886664"/>
            <a:chExt cx="10367842" cy="335190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A10EC5-8486-D8F8-05D3-7FBEA68FB157}"/>
                </a:ext>
              </a:extLst>
            </p:cNvPr>
            <p:cNvSpPr/>
            <p:nvPr/>
          </p:nvSpPr>
          <p:spPr>
            <a:xfrm>
              <a:off x="932249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B01C2CE-4DE4-083F-D0E7-98E0A5A9596B}"/>
                </a:ext>
              </a:extLst>
            </p:cNvPr>
            <p:cNvSpPr/>
            <p:nvPr/>
          </p:nvSpPr>
          <p:spPr>
            <a:xfrm>
              <a:off x="3044150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9801D1-5C28-82BB-829F-F738D459D88E}"/>
                </a:ext>
              </a:extLst>
            </p:cNvPr>
            <p:cNvSpPr/>
            <p:nvPr/>
          </p:nvSpPr>
          <p:spPr>
            <a:xfrm>
              <a:off x="51560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54F5D2-8071-0C35-4BAD-D954845E2DFF}"/>
                </a:ext>
              </a:extLst>
            </p:cNvPr>
            <p:cNvSpPr/>
            <p:nvPr/>
          </p:nvSpPr>
          <p:spPr>
            <a:xfrm>
              <a:off x="7267952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D799BB1-B650-AF17-ABEF-7694536ED8B9}"/>
                </a:ext>
              </a:extLst>
            </p:cNvPr>
            <p:cNvSpPr/>
            <p:nvPr/>
          </p:nvSpPr>
          <p:spPr>
            <a:xfrm>
              <a:off x="93798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78EC20-2482-598C-0A24-0F6636CE39BD}"/>
              </a:ext>
            </a:extLst>
          </p:cNvPr>
          <p:cNvGrpSpPr/>
          <p:nvPr/>
        </p:nvGrpSpPr>
        <p:grpSpPr>
          <a:xfrm>
            <a:off x="932249" y="2704019"/>
            <a:ext cx="10367842" cy="1078173"/>
            <a:chOff x="932249" y="2630279"/>
            <a:chExt cx="10367842" cy="1078173"/>
          </a:xfrm>
          <a:gradFill>
            <a:gsLst>
              <a:gs pos="0">
                <a:srgbClr val="01D393"/>
              </a:gs>
              <a:gs pos="51000">
                <a:schemeClr val="accent1"/>
              </a:gs>
              <a:gs pos="100000">
                <a:srgbClr val="7F1AFE"/>
              </a:gs>
            </a:gsLst>
            <a:lin ang="0" scaled="0"/>
          </a:gra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216439-BAC3-6982-AF4D-35B8E8C31AD6}"/>
                </a:ext>
              </a:extLst>
            </p:cNvPr>
            <p:cNvSpPr/>
            <p:nvPr/>
          </p:nvSpPr>
          <p:spPr>
            <a:xfrm>
              <a:off x="932249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BEAC22-6374-108B-EAA4-74BF37D98B11}"/>
                </a:ext>
              </a:extLst>
            </p:cNvPr>
            <p:cNvSpPr/>
            <p:nvPr/>
          </p:nvSpPr>
          <p:spPr>
            <a:xfrm>
              <a:off x="3044150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771C18-09D6-CDB8-9660-9B12FD5F8C8D}"/>
                </a:ext>
              </a:extLst>
            </p:cNvPr>
            <p:cNvSpPr/>
            <p:nvPr/>
          </p:nvSpPr>
          <p:spPr>
            <a:xfrm>
              <a:off x="51560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C8688D6-BC4F-E8ED-7F9D-120028527E24}"/>
                </a:ext>
              </a:extLst>
            </p:cNvPr>
            <p:cNvSpPr/>
            <p:nvPr/>
          </p:nvSpPr>
          <p:spPr>
            <a:xfrm>
              <a:off x="7267952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EE0E71-7FD3-ED66-EB7E-9AEE9EAB8E44}"/>
                </a:ext>
              </a:extLst>
            </p:cNvPr>
            <p:cNvSpPr/>
            <p:nvPr/>
          </p:nvSpPr>
          <p:spPr>
            <a:xfrm>
              <a:off x="93798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</p:grpSp>
      <p:sp>
        <p:nvSpPr>
          <p:cNvPr id="17" name="Title 2">
            <a:extLst>
              <a:ext uri="{FF2B5EF4-FFF2-40B4-BE49-F238E27FC236}">
                <a16:creationId xmlns:a16="http://schemas.microsoft.com/office/drawing/2014/main" id="{5EB05E6E-BB07-4B46-EE5A-DB7DE062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844"/>
          </a:xfrm>
        </p:spPr>
        <p:txBody>
          <a:bodyPr/>
          <a:lstStyle/>
          <a:p>
            <a:pPr algn="ctr"/>
            <a:r>
              <a:rPr lang="en-US"/>
              <a:t>Click to edit Master title style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875E737-F934-F65B-D56B-CD3865BAA69F}"/>
              </a:ext>
            </a:extLst>
          </p:cNvPr>
          <p:cNvGrpSpPr/>
          <p:nvPr/>
        </p:nvGrpSpPr>
        <p:grpSpPr>
          <a:xfrm>
            <a:off x="1352511" y="1852008"/>
            <a:ext cx="9525775" cy="1078173"/>
            <a:chOff x="1353283" y="1849106"/>
            <a:chExt cx="9525775" cy="1078173"/>
          </a:xfrm>
          <a:gradFill>
            <a:gsLst>
              <a:gs pos="0">
                <a:schemeClr val="accent3"/>
              </a:gs>
              <a:gs pos="49000">
                <a:schemeClr val="accent1"/>
              </a:gs>
              <a:gs pos="100000">
                <a:schemeClr val="accent2"/>
              </a:gs>
            </a:gsLst>
            <a:lin ang="0" scaled="0"/>
          </a:gradFill>
          <a:effectLst>
            <a:outerShdw blurRad="317500" algn="ctr" rotWithShape="0">
              <a:prstClr val="black">
                <a:alpha val="26124"/>
              </a:prstClr>
            </a:outerShdw>
          </a:effectLst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A408F2F-B96C-5C0D-AF6A-59985E8903FD}"/>
                </a:ext>
              </a:extLst>
            </p:cNvPr>
            <p:cNvSpPr/>
            <p:nvPr/>
          </p:nvSpPr>
          <p:spPr>
            <a:xfrm>
              <a:off x="55770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96C8FB4-C951-CB8B-3A84-FD7D09593016}"/>
                </a:ext>
              </a:extLst>
            </p:cNvPr>
            <p:cNvSpPr/>
            <p:nvPr/>
          </p:nvSpPr>
          <p:spPr>
            <a:xfrm>
              <a:off x="7688986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F44ADC2-AD14-CC65-7F61-0A5E52CD4E24}"/>
                </a:ext>
              </a:extLst>
            </p:cNvPr>
            <p:cNvSpPr/>
            <p:nvPr/>
          </p:nvSpPr>
          <p:spPr>
            <a:xfrm>
              <a:off x="98008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0E45D204-1BCD-D02B-1C07-9C0D878811E1}"/>
                </a:ext>
              </a:extLst>
            </p:cNvPr>
            <p:cNvSpPr/>
            <p:nvPr/>
          </p:nvSpPr>
          <p:spPr>
            <a:xfrm>
              <a:off x="1353283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B03B0AA-4E2E-F34C-507B-7A19369136EC}"/>
                </a:ext>
              </a:extLst>
            </p:cNvPr>
            <p:cNvSpPr/>
            <p:nvPr/>
          </p:nvSpPr>
          <p:spPr>
            <a:xfrm>
              <a:off x="3465184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99F116BE-1FE0-9A4E-8367-BF9D2E285890}"/>
              </a:ext>
            </a:extLst>
          </p:cNvPr>
          <p:cNvSpPr/>
          <p:nvPr/>
        </p:nvSpPr>
        <p:spPr>
          <a:xfrm>
            <a:off x="5577085" y="1852008"/>
            <a:ext cx="1078173" cy="1078173"/>
          </a:xfrm>
          <a:prstGeom prst="ellipse">
            <a:avLst/>
          </a:prstGeom>
          <a:solidFill>
            <a:schemeClr val="tx1">
              <a:lumMod val="25000"/>
              <a:lumOff val="75000"/>
              <a:alpha val="4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1809A1-533E-7136-9CF4-BB982CFD449F}"/>
              </a:ext>
            </a:extLst>
          </p:cNvPr>
          <p:cNvSpPr/>
          <p:nvPr/>
        </p:nvSpPr>
        <p:spPr>
          <a:xfrm>
            <a:off x="7688986" y="1852008"/>
            <a:ext cx="1078173" cy="1078173"/>
          </a:xfrm>
          <a:prstGeom prst="ellipse">
            <a:avLst/>
          </a:prstGeom>
          <a:solidFill>
            <a:srgbClr val="5E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4EAAAD6-C84B-5897-976C-73CC354FDB46}"/>
              </a:ext>
            </a:extLst>
          </p:cNvPr>
          <p:cNvSpPr/>
          <p:nvPr/>
        </p:nvSpPr>
        <p:spPr>
          <a:xfrm>
            <a:off x="9800108" y="1852008"/>
            <a:ext cx="1078173" cy="1078173"/>
          </a:xfrm>
          <a:prstGeom prst="ellipse">
            <a:avLst/>
          </a:prstGeom>
          <a:solidFill>
            <a:schemeClr val="accent2">
              <a:lumMod val="40000"/>
              <a:lumOff val="60000"/>
              <a:alpha val="4705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F63CBF-12B4-A5F2-E0A6-75F9038B785C}"/>
              </a:ext>
            </a:extLst>
          </p:cNvPr>
          <p:cNvSpPr/>
          <p:nvPr/>
        </p:nvSpPr>
        <p:spPr>
          <a:xfrm>
            <a:off x="1354231" y="1852008"/>
            <a:ext cx="1078173" cy="1078173"/>
          </a:xfrm>
          <a:prstGeom prst="ellipse">
            <a:avLst/>
          </a:prstGeom>
          <a:solidFill>
            <a:srgbClr val="7BCFB6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65DD7F3-CAEB-AFC5-9417-841120A3308F}"/>
              </a:ext>
            </a:extLst>
          </p:cNvPr>
          <p:cNvSpPr/>
          <p:nvPr/>
        </p:nvSpPr>
        <p:spPr>
          <a:xfrm>
            <a:off x="3464411" y="1852008"/>
            <a:ext cx="1078173" cy="1078173"/>
          </a:xfrm>
          <a:prstGeom prst="ellipse">
            <a:avLst/>
          </a:prstGeom>
          <a:solidFill>
            <a:srgbClr val="00A6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Placeholder 25">
            <a:extLst>
              <a:ext uri="{FF2B5EF4-FFF2-40B4-BE49-F238E27FC236}">
                <a16:creationId xmlns:a16="http://schemas.microsoft.com/office/drawing/2014/main" id="{4183BD69-6818-CB06-6034-CE00A4BFBF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81547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45" name="Text Placeholder 25">
            <a:extLst>
              <a:ext uri="{FF2B5EF4-FFF2-40B4-BE49-F238E27FC236}">
                <a16:creationId xmlns:a16="http://schemas.microsoft.com/office/drawing/2014/main" id="{A117B71B-3EC8-B92C-A314-67697593EC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81547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1" name="Text Placeholder 25">
            <a:extLst>
              <a:ext uri="{FF2B5EF4-FFF2-40B4-BE49-F238E27FC236}">
                <a16:creationId xmlns:a16="http://schemas.microsoft.com/office/drawing/2014/main" id="{DF407200-7C26-CDE8-BBBB-7AF404F602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195482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2" name="Text Placeholder 25">
            <a:extLst>
              <a:ext uri="{FF2B5EF4-FFF2-40B4-BE49-F238E27FC236}">
                <a16:creationId xmlns:a16="http://schemas.microsoft.com/office/drawing/2014/main" id="{17F54D61-54CE-0A36-4145-3BD9FFDF24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195482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3" name="Text Placeholder 25">
            <a:extLst>
              <a:ext uri="{FF2B5EF4-FFF2-40B4-BE49-F238E27FC236}">
                <a16:creationId xmlns:a16="http://schemas.microsoft.com/office/drawing/2014/main" id="{4AE5EEEC-E17B-F5BF-A17E-6CEF57C8C8C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04502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4" name="Text Placeholder 25">
            <a:extLst>
              <a:ext uri="{FF2B5EF4-FFF2-40B4-BE49-F238E27FC236}">
                <a16:creationId xmlns:a16="http://schemas.microsoft.com/office/drawing/2014/main" id="{8411F3C6-480A-ADB0-92D9-CC1B53BC2A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304502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5" name="Text Placeholder 25">
            <a:extLst>
              <a:ext uri="{FF2B5EF4-FFF2-40B4-BE49-F238E27FC236}">
                <a16:creationId xmlns:a16="http://schemas.microsoft.com/office/drawing/2014/main" id="{1A4DDBDD-B6F1-FD7C-B53F-F4F6A0DDD72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428270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6" name="Text Placeholder 25">
            <a:extLst>
              <a:ext uri="{FF2B5EF4-FFF2-40B4-BE49-F238E27FC236}">
                <a16:creationId xmlns:a16="http://schemas.microsoft.com/office/drawing/2014/main" id="{953158F9-183F-6A33-00F9-9DCE8EA702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428270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57" name="Text Placeholder 25">
            <a:extLst>
              <a:ext uri="{FF2B5EF4-FFF2-40B4-BE49-F238E27FC236}">
                <a16:creationId xmlns:a16="http://schemas.microsoft.com/office/drawing/2014/main" id="{878F3C0E-57BB-32F7-B0E0-ED45AFC8DDF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537606" y="3177909"/>
            <a:ext cx="1622323" cy="369332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400" b="1" i="0">
                <a:solidFill>
                  <a:schemeClr val="bg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58" name="Text Placeholder 25">
            <a:extLst>
              <a:ext uri="{FF2B5EF4-FFF2-40B4-BE49-F238E27FC236}">
                <a16:creationId xmlns:a16="http://schemas.microsoft.com/office/drawing/2014/main" id="{A7539808-3059-CE5A-C181-963DA76F527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537606" y="4038578"/>
            <a:ext cx="1622324" cy="1428157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300" b="0" i="0">
                <a:solidFill>
                  <a:srgbClr val="000000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544CD3A-4DF3-D35B-5816-13031101E7F0}"/>
              </a:ext>
            </a:extLst>
          </p:cNvPr>
          <p:cNvGrpSpPr/>
          <p:nvPr userDrawn="1"/>
        </p:nvGrpSpPr>
        <p:grpSpPr>
          <a:xfrm>
            <a:off x="932249" y="2960405"/>
            <a:ext cx="10367842" cy="2806212"/>
            <a:chOff x="932249" y="2886664"/>
            <a:chExt cx="10367842" cy="3351903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3C4B9E2-2CA2-C7A9-F4D9-3CE486A07BF6}"/>
                </a:ext>
              </a:extLst>
            </p:cNvPr>
            <p:cNvSpPr/>
            <p:nvPr/>
          </p:nvSpPr>
          <p:spPr>
            <a:xfrm>
              <a:off x="932249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7B13AC9-1A60-F1E8-E505-0A9FEB92596D}"/>
                </a:ext>
              </a:extLst>
            </p:cNvPr>
            <p:cNvSpPr/>
            <p:nvPr/>
          </p:nvSpPr>
          <p:spPr>
            <a:xfrm>
              <a:off x="3044150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8251AA-B075-BDEE-C55B-4F5392FEF37A}"/>
                </a:ext>
              </a:extLst>
            </p:cNvPr>
            <p:cNvSpPr/>
            <p:nvPr/>
          </p:nvSpPr>
          <p:spPr>
            <a:xfrm>
              <a:off x="51560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4B99159-BB0C-C4A2-AD2F-FAD9F5CD6E14}"/>
                </a:ext>
              </a:extLst>
            </p:cNvPr>
            <p:cNvSpPr/>
            <p:nvPr/>
          </p:nvSpPr>
          <p:spPr>
            <a:xfrm>
              <a:off x="7267952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D5AE211-B81E-256F-D565-11B6BFBAF5D7}"/>
                </a:ext>
              </a:extLst>
            </p:cNvPr>
            <p:cNvSpPr/>
            <p:nvPr/>
          </p:nvSpPr>
          <p:spPr>
            <a:xfrm>
              <a:off x="9379851" y="2886664"/>
              <a:ext cx="1920240" cy="33519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632DF8C-80D0-1A1C-29CE-FE9E55C2AD42}"/>
              </a:ext>
            </a:extLst>
          </p:cNvPr>
          <p:cNvGrpSpPr/>
          <p:nvPr userDrawn="1"/>
        </p:nvGrpSpPr>
        <p:grpSpPr>
          <a:xfrm>
            <a:off x="932249" y="2704019"/>
            <a:ext cx="10367842" cy="1078173"/>
            <a:chOff x="932249" y="2630279"/>
            <a:chExt cx="10367842" cy="1078173"/>
          </a:xfrm>
          <a:gradFill>
            <a:gsLst>
              <a:gs pos="0">
                <a:srgbClr val="01D393"/>
              </a:gs>
              <a:gs pos="51000">
                <a:schemeClr val="accent1"/>
              </a:gs>
              <a:gs pos="100000">
                <a:srgbClr val="7F1AFE"/>
              </a:gs>
            </a:gsLst>
            <a:lin ang="0" scaled="0"/>
          </a:gra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9DA568F-5C4B-267F-ADCF-E4D76E081F6F}"/>
                </a:ext>
              </a:extLst>
            </p:cNvPr>
            <p:cNvSpPr/>
            <p:nvPr/>
          </p:nvSpPr>
          <p:spPr>
            <a:xfrm>
              <a:off x="932249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394962E-EBF2-3390-2880-7561325E1712}"/>
                </a:ext>
              </a:extLst>
            </p:cNvPr>
            <p:cNvSpPr/>
            <p:nvPr/>
          </p:nvSpPr>
          <p:spPr>
            <a:xfrm>
              <a:off x="3044150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CB555C4-ADB9-E020-2575-B62AF6D0585B}"/>
                </a:ext>
              </a:extLst>
            </p:cNvPr>
            <p:cNvSpPr/>
            <p:nvPr/>
          </p:nvSpPr>
          <p:spPr>
            <a:xfrm>
              <a:off x="51560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F10E66A-8333-CA4B-5202-5D016BCB72AF}"/>
                </a:ext>
              </a:extLst>
            </p:cNvPr>
            <p:cNvSpPr/>
            <p:nvPr/>
          </p:nvSpPr>
          <p:spPr>
            <a:xfrm>
              <a:off x="7267952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C5428BD-C194-5065-EBAA-44DED508CBE4}"/>
                </a:ext>
              </a:extLst>
            </p:cNvPr>
            <p:cNvSpPr/>
            <p:nvPr/>
          </p:nvSpPr>
          <p:spPr>
            <a:xfrm>
              <a:off x="9379851" y="2630279"/>
              <a:ext cx="1920240" cy="107817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Bernina Sans Offc Narrow" pitchFamily="2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BF194B3-D88A-C5A1-C618-00DA0A9455E6}"/>
              </a:ext>
            </a:extLst>
          </p:cNvPr>
          <p:cNvGrpSpPr/>
          <p:nvPr userDrawn="1"/>
        </p:nvGrpSpPr>
        <p:grpSpPr>
          <a:xfrm>
            <a:off x="1352511" y="1852008"/>
            <a:ext cx="9525775" cy="1078173"/>
            <a:chOff x="1353283" y="1849106"/>
            <a:chExt cx="9525775" cy="1078173"/>
          </a:xfrm>
          <a:gradFill>
            <a:gsLst>
              <a:gs pos="0">
                <a:schemeClr val="accent3"/>
              </a:gs>
              <a:gs pos="49000">
                <a:schemeClr val="accent1"/>
              </a:gs>
              <a:gs pos="100000">
                <a:schemeClr val="accent2"/>
              </a:gs>
            </a:gsLst>
            <a:lin ang="0" scaled="0"/>
          </a:gradFill>
          <a:effectLst>
            <a:outerShdw blurRad="317500" algn="ctr" rotWithShape="0">
              <a:prstClr val="black">
                <a:alpha val="26124"/>
              </a:prstClr>
            </a:outerShdw>
          </a:effectLst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F95C250-6840-F514-90C0-709A0CA3ADB7}"/>
                </a:ext>
              </a:extLst>
            </p:cNvPr>
            <p:cNvSpPr/>
            <p:nvPr/>
          </p:nvSpPr>
          <p:spPr>
            <a:xfrm>
              <a:off x="55770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2B22486-D718-AAE1-027A-DD583082BB88}"/>
                </a:ext>
              </a:extLst>
            </p:cNvPr>
            <p:cNvSpPr/>
            <p:nvPr/>
          </p:nvSpPr>
          <p:spPr>
            <a:xfrm>
              <a:off x="7688986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AC0FF93-DDC8-498B-8003-E082675C4A52}"/>
                </a:ext>
              </a:extLst>
            </p:cNvPr>
            <p:cNvSpPr/>
            <p:nvPr/>
          </p:nvSpPr>
          <p:spPr>
            <a:xfrm>
              <a:off x="9800885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79923495-BC9B-4723-75EE-AFA8A09C447C}"/>
                </a:ext>
              </a:extLst>
            </p:cNvPr>
            <p:cNvSpPr/>
            <p:nvPr/>
          </p:nvSpPr>
          <p:spPr>
            <a:xfrm>
              <a:off x="1353283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EC00256-0979-1C56-BEA8-935803EAC8BC}"/>
                </a:ext>
              </a:extLst>
            </p:cNvPr>
            <p:cNvSpPr/>
            <p:nvPr/>
          </p:nvSpPr>
          <p:spPr>
            <a:xfrm>
              <a:off x="3465184" y="1849106"/>
              <a:ext cx="1078173" cy="107817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AC9FAEB0-7D61-0815-F8F7-79C440FE7464}"/>
              </a:ext>
            </a:extLst>
          </p:cNvPr>
          <p:cNvSpPr/>
          <p:nvPr userDrawn="1"/>
        </p:nvSpPr>
        <p:spPr>
          <a:xfrm>
            <a:off x="5577085" y="1852008"/>
            <a:ext cx="1078173" cy="1078173"/>
          </a:xfrm>
          <a:prstGeom prst="ellipse">
            <a:avLst/>
          </a:prstGeom>
          <a:solidFill>
            <a:schemeClr val="tx1">
              <a:lumMod val="25000"/>
              <a:lumOff val="75000"/>
              <a:alpha val="4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1CAA719-1626-02A4-FFB5-9C968FB8C2DC}"/>
              </a:ext>
            </a:extLst>
          </p:cNvPr>
          <p:cNvSpPr/>
          <p:nvPr userDrawn="1"/>
        </p:nvSpPr>
        <p:spPr>
          <a:xfrm>
            <a:off x="7688986" y="1852008"/>
            <a:ext cx="1078173" cy="1078173"/>
          </a:xfrm>
          <a:prstGeom prst="ellipse">
            <a:avLst/>
          </a:prstGeom>
          <a:solidFill>
            <a:srgbClr val="5E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7BC40D9-B75F-C23F-4EC5-9CB03D181667}"/>
              </a:ext>
            </a:extLst>
          </p:cNvPr>
          <p:cNvSpPr/>
          <p:nvPr userDrawn="1"/>
        </p:nvSpPr>
        <p:spPr>
          <a:xfrm>
            <a:off x="9800108" y="1852008"/>
            <a:ext cx="1078173" cy="1078173"/>
          </a:xfrm>
          <a:prstGeom prst="ellipse">
            <a:avLst/>
          </a:prstGeom>
          <a:solidFill>
            <a:schemeClr val="accent2">
              <a:lumMod val="40000"/>
              <a:lumOff val="60000"/>
              <a:alpha val="4705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ECE2CE3-884A-C6D7-C550-996AD84751CB}"/>
              </a:ext>
            </a:extLst>
          </p:cNvPr>
          <p:cNvSpPr/>
          <p:nvPr userDrawn="1"/>
        </p:nvSpPr>
        <p:spPr>
          <a:xfrm>
            <a:off x="1354231" y="1852008"/>
            <a:ext cx="1078173" cy="1078173"/>
          </a:xfrm>
          <a:prstGeom prst="ellipse">
            <a:avLst/>
          </a:prstGeom>
          <a:solidFill>
            <a:srgbClr val="7BCFB6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FE7C9FF-878A-7447-5CE8-46EBD318E7E6}"/>
              </a:ext>
            </a:extLst>
          </p:cNvPr>
          <p:cNvSpPr/>
          <p:nvPr userDrawn="1"/>
        </p:nvSpPr>
        <p:spPr>
          <a:xfrm>
            <a:off x="3464411" y="1852008"/>
            <a:ext cx="1078173" cy="1078173"/>
          </a:xfrm>
          <a:prstGeom prst="ellipse">
            <a:avLst/>
          </a:prstGeom>
          <a:solidFill>
            <a:srgbClr val="00A6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0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ounded Rectangle 7">
            <a:extLst>
              <a:ext uri="{FF2B5EF4-FFF2-40B4-BE49-F238E27FC236}">
                <a16:creationId xmlns:a16="http://schemas.microsoft.com/office/drawing/2014/main" id="{390C8192-549F-68A2-E621-E7B24AA54EEF}"/>
              </a:ext>
            </a:extLst>
          </p:cNvPr>
          <p:cNvSpPr/>
          <p:nvPr/>
        </p:nvSpPr>
        <p:spPr>
          <a:xfrm>
            <a:off x="4403890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65F7D829-E863-B2A6-A956-579C27E92A0D}"/>
              </a:ext>
            </a:extLst>
          </p:cNvPr>
          <p:cNvSpPr/>
          <p:nvPr/>
        </p:nvSpPr>
        <p:spPr>
          <a:xfrm>
            <a:off x="8081623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Rounded Rectangle 7">
            <a:extLst>
              <a:ext uri="{FF2B5EF4-FFF2-40B4-BE49-F238E27FC236}">
                <a16:creationId xmlns:a16="http://schemas.microsoft.com/office/drawing/2014/main" id="{700FA73C-2D10-F163-67A0-F1E85BF24FF0}"/>
              </a:ext>
            </a:extLst>
          </p:cNvPr>
          <p:cNvSpPr/>
          <p:nvPr/>
        </p:nvSpPr>
        <p:spPr>
          <a:xfrm>
            <a:off x="726157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Title 5">
            <a:extLst>
              <a:ext uri="{FF2B5EF4-FFF2-40B4-BE49-F238E27FC236}">
                <a16:creationId xmlns:a16="http://schemas.microsoft.com/office/drawing/2014/main" id="{5373FD89-520C-E7F2-0328-27EEB0D0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57" y="225425"/>
            <a:ext cx="8833751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9" name="Text Placeholder 25">
            <a:extLst>
              <a:ext uri="{FF2B5EF4-FFF2-40B4-BE49-F238E27FC236}">
                <a16:creationId xmlns:a16="http://schemas.microsoft.com/office/drawing/2014/main" id="{20729A04-2707-B233-5440-DBC34C589D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33940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0" name="Text Placeholder 25">
            <a:extLst>
              <a:ext uri="{FF2B5EF4-FFF2-40B4-BE49-F238E27FC236}">
                <a16:creationId xmlns:a16="http://schemas.microsoft.com/office/drawing/2014/main" id="{B3CA3EA3-4B6C-6B10-5AF6-62373DA56F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04846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61" name="Text Placeholder 25">
            <a:extLst>
              <a:ext uri="{FF2B5EF4-FFF2-40B4-BE49-F238E27FC236}">
                <a16:creationId xmlns:a16="http://schemas.microsoft.com/office/drawing/2014/main" id="{058C12D1-A119-C14D-0CE1-2BC3FE252C0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89406" y="3759937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70" name="Text Placeholder 25">
            <a:extLst>
              <a:ext uri="{FF2B5EF4-FFF2-40B4-BE49-F238E27FC236}">
                <a16:creationId xmlns:a16="http://schemas.microsoft.com/office/drawing/2014/main" id="{08E485E9-5DA4-5440-C217-15C5B498432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8086" y="2110478"/>
            <a:ext cx="2768652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rgbClr val="00C68D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1" name="Text Placeholder 25">
            <a:extLst>
              <a:ext uri="{FF2B5EF4-FFF2-40B4-BE49-F238E27FC236}">
                <a16:creationId xmlns:a16="http://schemas.microsoft.com/office/drawing/2014/main" id="{DF94AF14-78CF-DDC2-F374-FC0DDFDAB2C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243" y="2110479"/>
            <a:ext cx="2697804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chemeClr val="accent1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72" name="Text Placeholder 25">
            <a:extLst>
              <a:ext uri="{FF2B5EF4-FFF2-40B4-BE49-F238E27FC236}">
                <a16:creationId xmlns:a16="http://schemas.microsoft.com/office/drawing/2014/main" id="{F32C6A6F-DEB4-03FF-FC38-543F0DC742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83552" y="2110479"/>
            <a:ext cx="2780362" cy="137370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9600" b="0" i="0">
                <a:solidFill>
                  <a:schemeClr val="accent2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1BE10264-807D-239C-C6B0-E9AEA765D76E}"/>
              </a:ext>
            </a:extLst>
          </p:cNvPr>
          <p:cNvSpPr/>
          <p:nvPr userDrawn="1"/>
        </p:nvSpPr>
        <p:spPr>
          <a:xfrm>
            <a:off x="4403890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F6B486A0-772F-DECF-6490-A215A88D12AD}"/>
              </a:ext>
            </a:extLst>
          </p:cNvPr>
          <p:cNvSpPr/>
          <p:nvPr userDrawn="1"/>
        </p:nvSpPr>
        <p:spPr>
          <a:xfrm>
            <a:off x="8081623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A0F39F54-4A7F-4E80-3917-2D87ACF375EB}"/>
              </a:ext>
            </a:extLst>
          </p:cNvPr>
          <p:cNvSpPr/>
          <p:nvPr userDrawn="1"/>
        </p:nvSpPr>
        <p:spPr>
          <a:xfrm>
            <a:off x="726157" y="1749935"/>
            <a:ext cx="3384219" cy="3358130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6009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67B3DA23-E7E2-E8D2-234F-69C913219446}"/>
              </a:ext>
            </a:extLst>
          </p:cNvPr>
          <p:cNvSpPr/>
          <p:nvPr/>
        </p:nvSpPr>
        <p:spPr>
          <a:xfrm>
            <a:off x="4398036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E9474C84-AA68-E63B-C3F4-7803595369E7}"/>
              </a:ext>
            </a:extLst>
          </p:cNvPr>
          <p:cNvSpPr/>
          <p:nvPr/>
        </p:nvSpPr>
        <p:spPr>
          <a:xfrm>
            <a:off x="8075769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54477FB2-A8EE-9DAC-63DD-EA902A0F2BD5}"/>
              </a:ext>
            </a:extLst>
          </p:cNvPr>
          <p:cNvSpPr/>
          <p:nvPr/>
        </p:nvSpPr>
        <p:spPr>
          <a:xfrm>
            <a:off x="720303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61E8D07B-ACFC-0EC3-725D-828A57E3B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03" y="225425"/>
            <a:ext cx="8839605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276E0A01-8FA3-1077-DE64-BEDF5035152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8086" y="4480772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00BBD5A4-29A6-37D6-F4C3-FB66D7F7BA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41243" y="4480772"/>
            <a:ext cx="2697804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D25ADC24-DFE1-5A45-BAED-8DC9C739D84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383552" y="4480772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8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28C06E0D-04C6-0B74-66FB-DE61D53C574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8086" y="3611803"/>
            <a:ext cx="2768652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7059C577-EF45-66DB-C133-D72F183F0C6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41243" y="3611803"/>
            <a:ext cx="2697804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59164CD1-1F81-16ED-ABC6-14016482E3B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83552" y="3611803"/>
            <a:ext cx="2780362" cy="770430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5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E85919-8023-23A3-DEC8-558948938C40}"/>
              </a:ext>
            </a:extLst>
          </p:cNvPr>
          <p:cNvSpPr/>
          <p:nvPr userDrawn="1"/>
        </p:nvSpPr>
        <p:spPr>
          <a:xfrm>
            <a:off x="4398036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5ED23C33-1D94-10EE-23B8-E98F1F2F4298}"/>
              </a:ext>
            </a:extLst>
          </p:cNvPr>
          <p:cNvSpPr/>
          <p:nvPr userDrawn="1"/>
        </p:nvSpPr>
        <p:spPr>
          <a:xfrm>
            <a:off x="8075769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787F1CEA-B786-E8B0-DD7B-9DA2DD44C6B4}"/>
              </a:ext>
            </a:extLst>
          </p:cNvPr>
          <p:cNvSpPr/>
          <p:nvPr userDrawn="1"/>
        </p:nvSpPr>
        <p:spPr>
          <a:xfrm>
            <a:off x="720303" y="1658008"/>
            <a:ext cx="3384219" cy="388935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7090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5F28D52-11AE-6ED2-2F9C-2377B354691A}"/>
              </a:ext>
            </a:extLst>
          </p:cNvPr>
          <p:cNvSpPr/>
          <p:nvPr/>
        </p:nvSpPr>
        <p:spPr>
          <a:xfrm>
            <a:off x="4403890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08113FC8-81F2-AF79-C350-1B21A4B560A0}"/>
              </a:ext>
            </a:extLst>
          </p:cNvPr>
          <p:cNvSpPr/>
          <p:nvPr/>
        </p:nvSpPr>
        <p:spPr>
          <a:xfrm>
            <a:off x="8081623" y="1658007"/>
            <a:ext cx="3384219" cy="4031591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2261C3A7-FEDF-0A59-8F92-FCC03B744146}"/>
              </a:ext>
            </a:extLst>
          </p:cNvPr>
          <p:cNvSpPr/>
          <p:nvPr/>
        </p:nvSpPr>
        <p:spPr>
          <a:xfrm>
            <a:off x="726157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Title 5">
            <a:extLst>
              <a:ext uri="{FF2B5EF4-FFF2-40B4-BE49-F238E27FC236}">
                <a16:creationId xmlns:a16="http://schemas.microsoft.com/office/drawing/2014/main" id="{E90F214F-C836-9EAA-7810-36CF340FC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157" y="225425"/>
            <a:ext cx="8833751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5327835-402C-8DE4-D899-9D30DA806D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24232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D8D5483D-3ACD-6EE3-9FB0-2569CA1BA63B}"/>
              </a:ext>
            </a:extLst>
          </p:cNvPr>
          <p:cNvSpPr>
            <a:spLocks noGrp="1"/>
          </p:cNvSpPr>
          <p:nvPr>
            <p:ph idx="48" hasCustomPrompt="1"/>
          </p:nvPr>
        </p:nvSpPr>
        <p:spPr>
          <a:xfrm>
            <a:off x="4601496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23600AE2-EA88-2FED-6049-C21CC279476B}"/>
              </a:ext>
            </a:extLst>
          </p:cNvPr>
          <p:cNvSpPr>
            <a:spLocks noGrp="1"/>
          </p:cNvSpPr>
          <p:nvPr>
            <p:ph idx="49" hasCustomPrompt="1"/>
          </p:nvPr>
        </p:nvSpPr>
        <p:spPr>
          <a:xfrm>
            <a:off x="8278760" y="3488985"/>
            <a:ext cx="2890683" cy="1879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600"/>
            </a:lvl1pPr>
            <a:lvl3pPr algn="l">
              <a:defRPr/>
            </a:lvl3pPr>
          </a:lstStyle>
          <a:p>
            <a:pPr lvl="0"/>
            <a:r>
              <a:rPr lang="en-US"/>
              <a:t>Content here</a:t>
            </a:r>
          </a:p>
          <a:p>
            <a:pPr lvl="0"/>
            <a:endParaRPr lang="en-CA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944B81D7-954A-BF66-B803-E76FC3E794B1}"/>
              </a:ext>
            </a:extLst>
          </p:cNvPr>
          <p:cNvSpPr>
            <a:spLocks noGrp="1"/>
          </p:cNvSpPr>
          <p:nvPr>
            <p:ph idx="50" hasCustomPrompt="1"/>
          </p:nvPr>
        </p:nvSpPr>
        <p:spPr>
          <a:xfrm>
            <a:off x="924232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  <a:p>
            <a:pPr lvl="0"/>
            <a:endParaRPr lang="en-CA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6AA9F7C-912F-441F-6020-893559F4D4C0}"/>
              </a:ext>
            </a:extLst>
          </p:cNvPr>
          <p:cNvSpPr>
            <a:spLocks noGrp="1"/>
          </p:cNvSpPr>
          <p:nvPr>
            <p:ph idx="51" hasCustomPrompt="1"/>
          </p:nvPr>
        </p:nvSpPr>
        <p:spPr>
          <a:xfrm>
            <a:off x="4601496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  <a:p>
            <a:pPr lvl="0"/>
            <a:endParaRPr lang="en-CA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036D5F10-3E15-F9DF-B642-0CB01C2DEA57}"/>
              </a:ext>
            </a:extLst>
          </p:cNvPr>
          <p:cNvSpPr>
            <a:spLocks noGrp="1"/>
          </p:cNvSpPr>
          <p:nvPr>
            <p:ph idx="52" hasCustomPrompt="1"/>
          </p:nvPr>
        </p:nvSpPr>
        <p:spPr>
          <a:xfrm>
            <a:off x="8278760" y="3017036"/>
            <a:ext cx="2890683" cy="4251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sz="1800">
                <a:latin typeface="+mj-lt"/>
              </a:defRPr>
            </a:lvl1pPr>
            <a:lvl3pPr algn="l">
              <a:defRPr/>
            </a:lvl3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C00174-68FE-40AA-ADA5-968CA9FBDC37}"/>
              </a:ext>
            </a:extLst>
          </p:cNvPr>
          <p:cNvSpPr/>
          <p:nvPr userDrawn="1"/>
        </p:nvSpPr>
        <p:spPr>
          <a:xfrm>
            <a:off x="4403890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607D9950-79C1-173F-A17E-34F2C178F6E7}"/>
              </a:ext>
            </a:extLst>
          </p:cNvPr>
          <p:cNvSpPr/>
          <p:nvPr userDrawn="1"/>
        </p:nvSpPr>
        <p:spPr>
          <a:xfrm>
            <a:off x="8081623" y="1658007"/>
            <a:ext cx="3384219" cy="4031591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FA184632-39F6-0C5C-49C8-D7BBD4D0289C}"/>
              </a:ext>
            </a:extLst>
          </p:cNvPr>
          <p:cNvSpPr/>
          <p:nvPr userDrawn="1"/>
        </p:nvSpPr>
        <p:spPr>
          <a:xfrm>
            <a:off x="726157" y="1658008"/>
            <a:ext cx="3384219" cy="4031592"/>
          </a:xfrm>
          <a:prstGeom prst="roundRect">
            <a:avLst>
              <a:gd name="adj" fmla="val 249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235545" sx="104000" sy="104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AT" sz="1000" u="none" strike="noStrike" kern="1200" cap="none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015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B070A0-F7DE-1C2B-1005-3A00735BF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374072-283F-3122-02EE-28D8AFB15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B93F-E39F-B739-9399-CA2A48817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DF94EA6F-67D2-2D1D-DE6C-2FE10A57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32" y="225425"/>
            <a:ext cx="11384826" cy="827088"/>
          </a:xfrm>
        </p:spPr>
        <p:txBody>
          <a:bodyPr/>
          <a:lstStyle/>
          <a:p>
            <a:pPr algn="ctr"/>
            <a:r>
              <a:rPr lang="en-US"/>
              <a:t>Click to edit Master title style</a:t>
            </a:r>
          </a:p>
        </p:txBody>
      </p:sp>
      <p:sp>
        <p:nvSpPr>
          <p:cNvPr id="21" name="Text Placeholder 25">
            <a:extLst>
              <a:ext uri="{FF2B5EF4-FFF2-40B4-BE49-F238E27FC236}">
                <a16:creationId xmlns:a16="http://schemas.microsoft.com/office/drawing/2014/main" id="{05F699FC-F872-4F2D-0FC3-2A86B8B5B80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0603" y="4516969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2" name="Text Placeholder 25">
            <a:extLst>
              <a:ext uri="{FF2B5EF4-FFF2-40B4-BE49-F238E27FC236}">
                <a16:creationId xmlns:a16="http://schemas.microsoft.com/office/drawing/2014/main" id="{E90D9F3D-EE26-901E-9C23-D8E1F2319F5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86425" y="4516969"/>
            <a:ext cx="2697804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3" name="Text Placeholder 25">
            <a:extLst>
              <a:ext uri="{FF2B5EF4-FFF2-40B4-BE49-F238E27FC236}">
                <a16:creationId xmlns:a16="http://schemas.microsoft.com/office/drawing/2014/main" id="{29A68A22-F747-24E4-34E3-BB076069580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74638" y="4516969"/>
            <a:ext cx="2768652" cy="428274"/>
          </a:xfrm>
        </p:spPr>
        <p:txBody>
          <a:bodyPr lIns="180000" rIns="180000" anchor="t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1600" b="0" i="0">
                <a:solidFill>
                  <a:schemeClr val="tx1"/>
                </a:solidFill>
                <a:latin typeface="+mn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4" name="Text Placeholder 25">
            <a:extLst>
              <a:ext uri="{FF2B5EF4-FFF2-40B4-BE49-F238E27FC236}">
                <a16:creationId xmlns:a16="http://schemas.microsoft.com/office/drawing/2014/main" id="{FACBCFFC-4E68-5A92-BB2A-AFC48378A89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77482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1" name="Text Placeholder 25">
            <a:extLst>
              <a:ext uri="{FF2B5EF4-FFF2-40B4-BE49-F238E27FC236}">
                <a16:creationId xmlns:a16="http://schemas.microsoft.com/office/drawing/2014/main" id="{80788435-413D-7D3C-223A-30AC9CF427F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01790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8395F50B-0280-E25D-54E9-88AC3DBD797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370609" y="2898619"/>
            <a:ext cx="1176710" cy="530381"/>
          </a:xfrm>
        </p:spPr>
        <p:txBody>
          <a:bodyPr lIns="180000" rIns="180000" anchor="t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Wingdings" pitchFamily="2" charset="2"/>
              <a:buNone/>
              <a:tabLst/>
              <a:defRPr sz="3000" b="0" i="0">
                <a:solidFill>
                  <a:srgbClr val="000000"/>
                </a:solidFill>
                <a:latin typeface="+mj-lt"/>
              </a:defRPr>
            </a:lvl1pPr>
            <a:lvl2pPr marL="11113" indent="0" algn="ctr">
              <a:lnSpc>
                <a:spcPct val="100000"/>
              </a:lnSpc>
              <a:spcBef>
                <a:spcPts val="700"/>
              </a:spcBef>
              <a:buNone/>
              <a:tabLst/>
              <a:defRPr sz="1400" b="0" i="0">
                <a:solidFill>
                  <a:schemeClr val="tx1"/>
                </a:solidFill>
                <a:latin typeface="Bernina Sans Offc" panose="02000000000000000000" pitchFamily="2" charset="0"/>
              </a:defRPr>
            </a:lvl2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138844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x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27C559-BAE0-44B4-0B8D-161A5AA438B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0757"/>
            <a:ext cx="12192000" cy="6868758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29E1645B-84BC-741B-5792-18AD67AE98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2914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6A7ABD-69C7-7145-C963-093D74DF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1F1314-6C03-9205-892F-4FAF88FB77D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D3B8D875-D9E7-3CDB-8F29-171968AB609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F4219B4-8BC2-2F19-005B-4B29AB7A3A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0757"/>
            <a:ext cx="12192000" cy="6868758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EA0306-2B4C-2DCE-B1D0-73B4C6942CCF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D0338B08-126F-39BB-25D1-2174D6A1DDF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3695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g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C29C3BE-31ED-4DA6-C822-A9B40F196D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0757"/>
            <a:ext cx="12192000" cy="6868758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B192C5-94CF-2DDF-CCE8-F6D566070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E8A90-B01E-F3F1-1347-77C2807E24FC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59370EFF-535E-C76F-7F2D-400EF8A61534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14C391A5-9B68-C98F-D776-E0BDEFAD57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9119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FC339B-6635-C753-9DB7-83D50FFFA2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0757"/>
            <a:ext cx="12192000" cy="686875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BBDA64-683A-991C-A773-80E34717E4C3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27845EF2-F7E9-1BBB-71F1-E8849208876C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0428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4B1B9229-E01E-C9EE-CAEC-2E95B50E5B3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ECB9B5A0-8635-B513-9571-388F0D5A34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124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0F01D-C4B2-C661-DEE6-792274CADD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51598EF-84D3-A056-F4AA-714E4030E443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ECF1803D-FEBA-455E-7E27-9E92632D1151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0173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ud_done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ature, rainbow&#10;&#10;Description automatically generated">
            <a:extLst>
              <a:ext uri="{FF2B5EF4-FFF2-40B4-BE49-F238E27FC236}">
                <a16:creationId xmlns:a16="http://schemas.microsoft.com/office/drawing/2014/main" id="{E8DAD8AF-B35D-AB34-800F-2BDC3CF0CD9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0758"/>
            <a:ext cx="12192000" cy="6868758"/>
          </a:xfrm>
          <a:prstGeom prst="rect">
            <a:avLst/>
          </a:prstGeom>
        </p:spPr>
      </p:pic>
      <p:sp>
        <p:nvSpPr>
          <p:cNvPr id="17" name="Date Placeholder 18">
            <a:extLst>
              <a:ext uri="{FF2B5EF4-FFF2-40B4-BE49-F238E27FC236}">
                <a16:creationId xmlns:a16="http://schemas.microsoft.com/office/drawing/2014/main" id="{C6CEFE08-3A21-EBFA-FE83-E78F1FBDD11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E30AFBE-92F1-2BD6-C48C-C84C336748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82D176-38EC-0735-4268-BB589F96A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bg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1FD590-E70A-35F1-5F6D-1826D5AEB5FD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2961E9D0-65B1-D832-7856-21BC1C55670B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sp>
        <p:nvSpPr>
          <p:cNvPr id="2" name="Text Placeholder 36">
            <a:extLst>
              <a:ext uri="{FF2B5EF4-FFF2-40B4-BE49-F238E27FC236}">
                <a16:creationId xmlns:a16="http://schemas.microsoft.com/office/drawing/2014/main" id="{6983481D-3CD6-FE57-D95F-94D32C8CEB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1240" y="441325"/>
            <a:ext cx="5009620" cy="5435600"/>
          </a:xfrm>
          <a:prstGeom prst="roundRect">
            <a:avLst>
              <a:gd name="adj" fmla="val 1456"/>
            </a:avLst>
          </a:prstGeom>
          <a:solidFill>
            <a:schemeClr val="bg1"/>
          </a:solidFill>
          <a:effectLst>
            <a:outerShdw blurRad="391117" sx="99521" sy="99521" algn="ctr" rotWithShape="0">
              <a:prstClr val="black">
                <a:alpha val="11060"/>
              </a:prstClr>
            </a:outerShdw>
          </a:effectLst>
        </p:spPr>
        <p:txBody>
          <a:bodyPr wrap="square" lIns="360000" tIns="360000" rIns="360000" b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3200" b="1">
                <a:latin typeface="+mj-lt"/>
              </a:defRPr>
            </a:lvl1pPr>
            <a:lvl2pPr marL="11113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2000" b="0" i="0">
                <a:latin typeface="+mn-lt"/>
              </a:defRPr>
            </a:lvl2pPr>
            <a:lvl3pPr marL="1270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 sz="1400" b="0" i="0">
                <a:latin typeface="+mn-lt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Sample Content Callout</a:t>
            </a:r>
          </a:p>
          <a:p>
            <a:pPr marL="11113" marR="0" lvl="1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Optional Secondary Tex</a:t>
            </a:r>
            <a:r>
              <a:rPr lang="en-US" altLang="zh-TW"/>
              <a:t>t</a:t>
            </a:r>
          </a:p>
          <a:p>
            <a:pPr marL="12700" marR="0" lvl="2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lang="en-US" altLang="zh-TW"/>
              <a:t>Paragraph</a:t>
            </a:r>
            <a:r>
              <a:rPr lang="zh-TW" altLang="en-US"/>
              <a:t> </a:t>
            </a:r>
            <a:r>
              <a:rPr lang="en-US" altLang="zh-TW"/>
              <a:t>Text</a:t>
            </a:r>
            <a:endParaRPr lang="en-US"/>
          </a:p>
        </p:txBody>
      </p:sp>
      <p:pic>
        <p:nvPicPr>
          <p:cNvPr id="3" name="Picture 2" descr="A picture containing nature, rainbow&#10;&#10;Description automatically generated">
            <a:extLst>
              <a:ext uri="{FF2B5EF4-FFF2-40B4-BE49-F238E27FC236}">
                <a16:creationId xmlns:a16="http://schemas.microsoft.com/office/drawing/2014/main" id="{6A250EF1-9793-EB48-C18A-63CB79A833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0758"/>
            <a:ext cx="12192000" cy="686875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FC20F0-06CB-E8C0-75CA-A8814853FBA1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18D17A9F-511B-BCB7-3CBE-54B17857749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52451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7D951F4-8445-44AF-F977-7CF2D82D1CD5}"/>
              </a:ext>
            </a:extLst>
          </p:cNvPr>
          <p:cNvCxnSpPr>
            <a:cxnSpLocks/>
          </p:cNvCxnSpPr>
          <p:nvPr/>
        </p:nvCxnSpPr>
        <p:spPr>
          <a:xfrm flipH="1">
            <a:off x="5740400" y="1964655"/>
            <a:ext cx="151233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D328C6-5E43-20CC-F085-7A84DCDEF258}"/>
              </a:ext>
            </a:extLst>
          </p:cNvPr>
          <p:cNvCxnSpPr>
            <a:cxnSpLocks/>
          </p:cNvCxnSpPr>
          <p:nvPr/>
        </p:nvCxnSpPr>
        <p:spPr>
          <a:xfrm flipH="1">
            <a:off x="5455920" y="2921508"/>
            <a:ext cx="179681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647F21-6639-B514-2F1B-96D59A162F1D}"/>
              </a:ext>
            </a:extLst>
          </p:cNvPr>
          <p:cNvCxnSpPr>
            <a:cxnSpLocks/>
          </p:cNvCxnSpPr>
          <p:nvPr/>
        </p:nvCxnSpPr>
        <p:spPr>
          <a:xfrm flipH="1">
            <a:off x="5161280" y="3883935"/>
            <a:ext cx="20914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8EE40E-31F0-BA47-078B-097048A4ACA5}"/>
              </a:ext>
            </a:extLst>
          </p:cNvPr>
          <p:cNvCxnSpPr>
            <a:cxnSpLocks/>
          </p:cNvCxnSpPr>
          <p:nvPr/>
        </p:nvCxnSpPr>
        <p:spPr>
          <a:xfrm flipH="1">
            <a:off x="4570227" y="4832569"/>
            <a:ext cx="268250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CBDFF8-774C-2F99-982F-40B1C46229A3}"/>
              </a:ext>
            </a:extLst>
          </p:cNvPr>
          <p:cNvCxnSpPr>
            <a:cxnSpLocks/>
          </p:cNvCxnSpPr>
          <p:nvPr/>
        </p:nvCxnSpPr>
        <p:spPr>
          <a:xfrm flipH="1">
            <a:off x="4246880" y="5770812"/>
            <a:ext cx="30058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>
            <a:extLst>
              <a:ext uri="{FF2B5EF4-FFF2-40B4-BE49-F238E27FC236}">
                <a16:creationId xmlns:a16="http://schemas.microsoft.com/office/drawing/2014/main" id="{698F95D0-919A-5034-A713-2165538AD6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057" y="693159"/>
            <a:ext cx="6586834" cy="6245769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376AE53-5EE6-7628-8D0F-D3C5658DD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4C1279-FC64-D4DA-A922-54D697E2838A}"/>
              </a:ext>
            </a:extLst>
          </p:cNvPr>
          <p:cNvSpPr txBox="1"/>
          <p:nvPr/>
        </p:nvSpPr>
        <p:spPr>
          <a:xfrm>
            <a:off x="7491046" y="182615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AF307E-7EA2-779E-FD2F-410838C693A4}"/>
              </a:ext>
            </a:extLst>
          </p:cNvPr>
          <p:cNvSpPr txBox="1"/>
          <p:nvPr/>
        </p:nvSpPr>
        <p:spPr>
          <a:xfrm>
            <a:off x="7491046" y="2783009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6C6EAC-53C0-46DC-34E3-1A8C25CD4210}"/>
              </a:ext>
            </a:extLst>
          </p:cNvPr>
          <p:cNvSpPr txBox="1"/>
          <p:nvPr/>
        </p:nvSpPr>
        <p:spPr>
          <a:xfrm>
            <a:off x="7491046" y="374543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6CCAB8-AABE-0FEF-3201-9592336DEE28}"/>
              </a:ext>
            </a:extLst>
          </p:cNvPr>
          <p:cNvSpPr txBox="1"/>
          <p:nvPr/>
        </p:nvSpPr>
        <p:spPr>
          <a:xfrm>
            <a:off x="7491046" y="4694070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672C4D-D075-AFF6-8D63-38331922FADF}"/>
              </a:ext>
            </a:extLst>
          </p:cNvPr>
          <p:cNvSpPr txBox="1"/>
          <p:nvPr/>
        </p:nvSpPr>
        <p:spPr>
          <a:xfrm>
            <a:off x="7491046" y="5632313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250F81-CC07-9D20-A4F2-53A5540C40AC}"/>
              </a:ext>
            </a:extLst>
          </p:cNvPr>
          <p:cNvSpPr txBox="1"/>
          <p:nvPr/>
        </p:nvSpPr>
        <p:spPr>
          <a:xfrm>
            <a:off x="2310438" y="184154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A53889-A29E-9613-9DE4-8983B9E4E13F}"/>
              </a:ext>
            </a:extLst>
          </p:cNvPr>
          <p:cNvSpPr txBox="1"/>
          <p:nvPr/>
        </p:nvSpPr>
        <p:spPr>
          <a:xfrm>
            <a:off x="2310438" y="2798398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E2FFAE-3D49-A2E3-2FB9-EE404301DDAC}"/>
              </a:ext>
            </a:extLst>
          </p:cNvPr>
          <p:cNvSpPr txBox="1"/>
          <p:nvPr/>
        </p:nvSpPr>
        <p:spPr>
          <a:xfrm>
            <a:off x="2310438" y="376082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A726493-F234-486C-415F-130F7305EFA4}"/>
              </a:ext>
            </a:extLst>
          </p:cNvPr>
          <p:cNvSpPr txBox="1"/>
          <p:nvPr/>
        </p:nvSpPr>
        <p:spPr>
          <a:xfrm>
            <a:off x="2310438" y="4709459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7EDCCF-C70E-173C-B430-8F97A94A7EE6}"/>
              </a:ext>
            </a:extLst>
          </p:cNvPr>
          <p:cNvSpPr txBox="1"/>
          <p:nvPr/>
        </p:nvSpPr>
        <p:spPr>
          <a:xfrm>
            <a:off x="2310438" y="5561596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X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828699-7696-73C4-C3EF-D1D02F0D20B5}"/>
              </a:ext>
            </a:extLst>
          </p:cNvPr>
          <p:cNvCxnSpPr>
            <a:cxnSpLocks/>
          </p:cNvCxnSpPr>
          <p:nvPr userDrawn="1"/>
        </p:nvCxnSpPr>
        <p:spPr>
          <a:xfrm flipH="1">
            <a:off x="5740400" y="1964655"/>
            <a:ext cx="151233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BB2854C-326C-B0A4-3800-C6FE10CA500F}"/>
              </a:ext>
            </a:extLst>
          </p:cNvPr>
          <p:cNvCxnSpPr>
            <a:cxnSpLocks/>
          </p:cNvCxnSpPr>
          <p:nvPr userDrawn="1"/>
        </p:nvCxnSpPr>
        <p:spPr>
          <a:xfrm flipH="1">
            <a:off x="5455920" y="2921508"/>
            <a:ext cx="179681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B10B33-451C-F6D5-7B6B-5566B9148D5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61280" y="3883935"/>
            <a:ext cx="20914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6775E3-7D6C-C5DF-7341-8ECB92EA8F00}"/>
              </a:ext>
            </a:extLst>
          </p:cNvPr>
          <p:cNvCxnSpPr>
            <a:cxnSpLocks/>
          </p:cNvCxnSpPr>
          <p:nvPr userDrawn="1"/>
        </p:nvCxnSpPr>
        <p:spPr>
          <a:xfrm flipH="1">
            <a:off x="4570227" y="4832569"/>
            <a:ext cx="268250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E48F9D-63DB-462E-0031-3C09A587CBB8}"/>
              </a:ext>
            </a:extLst>
          </p:cNvPr>
          <p:cNvCxnSpPr>
            <a:cxnSpLocks/>
          </p:cNvCxnSpPr>
          <p:nvPr userDrawn="1"/>
        </p:nvCxnSpPr>
        <p:spPr>
          <a:xfrm flipH="1">
            <a:off x="4246880" y="5770812"/>
            <a:ext cx="3005856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FBC14973-6A01-D270-E31E-CBDE7186F6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057" y="693159"/>
            <a:ext cx="6586834" cy="62457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D8F13F6-77B8-CABE-9756-2C43065CC73A}"/>
              </a:ext>
            </a:extLst>
          </p:cNvPr>
          <p:cNvSpPr txBox="1"/>
          <p:nvPr userDrawn="1"/>
        </p:nvSpPr>
        <p:spPr>
          <a:xfrm>
            <a:off x="7491046" y="182615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BE7919-2108-7330-D6B6-37BEEBDF4612}"/>
              </a:ext>
            </a:extLst>
          </p:cNvPr>
          <p:cNvSpPr txBox="1"/>
          <p:nvPr userDrawn="1"/>
        </p:nvSpPr>
        <p:spPr>
          <a:xfrm>
            <a:off x="7491046" y="2783009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3EF138-05E0-FB24-D1EF-322BCCF88571}"/>
              </a:ext>
            </a:extLst>
          </p:cNvPr>
          <p:cNvSpPr txBox="1"/>
          <p:nvPr userDrawn="1"/>
        </p:nvSpPr>
        <p:spPr>
          <a:xfrm>
            <a:off x="7491046" y="3745436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04B87C-8C74-1878-1F3B-364FC6176425}"/>
              </a:ext>
            </a:extLst>
          </p:cNvPr>
          <p:cNvSpPr txBox="1"/>
          <p:nvPr userDrawn="1"/>
        </p:nvSpPr>
        <p:spPr>
          <a:xfrm>
            <a:off x="7491046" y="4694070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C81294-28EA-CC36-A8F4-AC7AA9C21811}"/>
              </a:ext>
            </a:extLst>
          </p:cNvPr>
          <p:cNvSpPr txBox="1"/>
          <p:nvPr userDrawn="1"/>
        </p:nvSpPr>
        <p:spPr>
          <a:xfrm>
            <a:off x="7491046" y="5632313"/>
            <a:ext cx="358726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52C2C2-EA79-00A0-B902-13CCC1BA7043}"/>
              </a:ext>
            </a:extLst>
          </p:cNvPr>
          <p:cNvSpPr txBox="1"/>
          <p:nvPr userDrawn="1"/>
        </p:nvSpPr>
        <p:spPr>
          <a:xfrm>
            <a:off x="2310438" y="184154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19363D-8C62-D7EF-22AD-7F434158E81B}"/>
              </a:ext>
            </a:extLst>
          </p:cNvPr>
          <p:cNvSpPr txBox="1"/>
          <p:nvPr userDrawn="1"/>
        </p:nvSpPr>
        <p:spPr>
          <a:xfrm>
            <a:off x="2310438" y="2798398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A6B4C0-817C-96CC-9439-A154D0F00C07}"/>
              </a:ext>
            </a:extLst>
          </p:cNvPr>
          <p:cNvSpPr txBox="1"/>
          <p:nvPr userDrawn="1"/>
        </p:nvSpPr>
        <p:spPr>
          <a:xfrm>
            <a:off x="2310438" y="3760825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18248C-BD96-DC28-2406-419B08DE6444}"/>
              </a:ext>
            </a:extLst>
          </p:cNvPr>
          <p:cNvSpPr txBox="1"/>
          <p:nvPr userDrawn="1"/>
        </p:nvSpPr>
        <p:spPr>
          <a:xfrm>
            <a:off x="2310438" y="4709459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Add text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D57086-C64C-59D8-FDDC-C2761AA7CE8C}"/>
              </a:ext>
            </a:extLst>
          </p:cNvPr>
          <p:cNvSpPr txBox="1"/>
          <p:nvPr userDrawn="1"/>
        </p:nvSpPr>
        <p:spPr>
          <a:xfrm>
            <a:off x="2310438" y="5561596"/>
            <a:ext cx="358726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algn="ctr"/>
            <a:r>
              <a:rPr lang="en-US" sz="1600">
                <a:solidFill>
                  <a:schemeClr val="bg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83404303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295B1D-3EAA-B027-E1B8-BEE606E94191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 flipH="1">
            <a:off x="-1" y="6858000"/>
            <a:ext cx="0" cy="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27A412-501D-B197-D5BA-D6C14AC2D4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82DA102-C066-1528-027F-5B9B9CE3E3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/>
          <a:lstStyle/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524299-3911-C967-F554-54B90E577995}"/>
              </a:ext>
            </a:extLst>
          </p:cNvPr>
          <p:cNvSpPr/>
          <p:nvPr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FD4347-E828-76AB-B11D-F9F5D3E3B2F8}"/>
              </a:ext>
            </a:extLst>
          </p:cNvPr>
          <p:cNvSpPr/>
          <p:nvPr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2BFB79ED-A0D4-F89B-323E-E6D1FC85C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303" y="225425"/>
            <a:ext cx="8839605" cy="827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33DAD3-145C-3A9D-DA2F-1249C79E17EF}"/>
              </a:ext>
            </a:extLst>
          </p:cNvPr>
          <p:cNvSpPr/>
          <p:nvPr userDrawn="1"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CC5389-CD66-7A13-432D-A3D6FA4AFD68}"/>
              </a:ext>
            </a:extLst>
          </p:cNvPr>
          <p:cNvSpPr/>
          <p:nvPr userDrawn="1"/>
        </p:nvSpPr>
        <p:spPr>
          <a:xfrm>
            <a:off x="0" y="1703114"/>
            <a:ext cx="12198293" cy="45719"/>
          </a:xfrm>
          <a:prstGeom prst="rect">
            <a:avLst/>
          </a:prstGeom>
          <a:gradFill>
            <a:gsLst>
              <a:gs pos="6000">
                <a:schemeClr val="accent2"/>
              </a:gs>
              <a:gs pos="50000">
                <a:schemeClr val="accent1"/>
              </a:gs>
              <a:gs pos="98000">
                <a:schemeClr val="accent3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EB148D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203391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2A1EA4FF-DE2D-7CA8-05D1-FB9E74E284D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3AED4C-A342-8093-0DFA-DCCC3FB8F6D8}"/>
              </a:ext>
            </a:extLst>
          </p:cNvPr>
          <p:cNvSpPr/>
          <p:nvPr/>
        </p:nvSpPr>
        <p:spPr>
          <a:xfrm>
            <a:off x="3124674" y="2245341"/>
            <a:ext cx="5647894" cy="2371125"/>
          </a:xfrm>
          <a:prstGeom prst="roundRect">
            <a:avLst>
              <a:gd name="adj" fmla="val 2205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3B40274F-9310-F015-227C-D43961B923E9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0731" y="3063071"/>
            <a:ext cx="2595781" cy="4585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6099930-2AF8-56A8-030B-1A09A26F6A5D}"/>
              </a:ext>
            </a:extLst>
          </p:cNvPr>
          <p:cNvSpPr txBox="1"/>
          <p:nvPr/>
        </p:nvSpPr>
        <p:spPr>
          <a:xfrm>
            <a:off x="4062304" y="3658855"/>
            <a:ext cx="3772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0" i="0" spc="150" baseline="0">
                <a:solidFill>
                  <a:schemeClr val="tx1"/>
                </a:solidFill>
                <a:latin typeface="Bernina Sans Offc" panose="02000000000000000000" pitchFamily="2" charset="77"/>
              </a:rPr>
              <a:t>CLOUD DONE RIGHT</a:t>
            </a:r>
          </a:p>
        </p:txBody>
      </p:sp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54365182-9BDE-BA12-73A6-02D3BD1BAE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7"/>
            <a:ext cx="12198776" cy="6854193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209C63-2A16-F734-B100-76CE7C4D7B47}"/>
              </a:ext>
            </a:extLst>
          </p:cNvPr>
          <p:cNvSpPr/>
          <p:nvPr userDrawn="1"/>
        </p:nvSpPr>
        <p:spPr>
          <a:xfrm>
            <a:off x="3124674" y="2245341"/>
            <a:ext cx="5647894" cy="2371125"/>
          </a:xfrm>
          <a:prstGeom prst="roundRect">
            <a:avLst>
              <a:gd name="adj" fmla="val 2205"/>
            </a:avLst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D9BA763-5B7A-86C5-FA28-720B4E7F2A46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0731" y="3063071"/>
            <a:ext cx="2595781" cy="4585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642D1D-833F-44F7-8EAE-9B6353E8A51F}"/>
              </a:ext>
            </a:extLst>
          </p:cNvPr>
          <p:cNvSpPr txBox="1"/>
          <p:nvPr userDrawn="1"/>
        </p:nvSpPr>
        <p:spPr>
          <a:xfrm>
            <a:off x="4062304" y="3658855"/>
            <a:ext cx="3772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b="0" i="0" spc="150" baseline="0">
                <a:solidFill>
                  <a:schemeClr val="tx1"/>
                </a:solidFill>
                <a:latin typeface="Bernina Sans Offc" panose="02000000000000000000" pitchFamily="2" charset="77"/>
              </a:rPr>
              <a:t>CLOUD DONE RIGHT</a:t>
            </a:r>
          </a:p>
        </p:txBody>
      </p:sp>
    </p:spTree>
    <p:extLst>
      <p:ext uri="{BB962C8B-B14F-4D97-AF65-F5344CB8AC3E}">
        <p14:creationId xmlns:p14="http://schemas.microsoft.com/office/powerpoint/2010/main" val="1531767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6.xml"/><Relationship Id="rId26" Type="http://schemas.openxmlformats.org/officeDocument/2006/relationships/slideLayout" Target="../slideLayouts/slideLayout104.xml"/><Relationship Id="rId39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99.xml"/><Relationship Id="rId34" Type="http://schemas.openxmlformats.org/officeDocument/2006/relationships/slideLayout" Target="../slideLayouts/slideLayout112.xml"/><Relationship Id="rId42" Type="http://schemas.openxmlformats.org/officeDocument/2006/relationships/slideLayout" Target="../slideLayouts/slideLayout120.xml"/><Relationship Id="rId47" Type="http://schemas.openxmlformats.org/officeDocument/2006/relationships/slideLayout" Target="../slideLayouts/slideLayout125.xml"/><Relationship Id="rId50" Type="http://schemas.openxmlformats.org/officeDocument/2006/relationships/slideLayout" Target="../slideLayouts/slideLayout128.xml"/><Relationship Id="rId55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29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89.xml"/><Relationship Id="rId24" Type="http://schemas.openxmlformats.org/officeDocument/2006/relationships/slideLayout" Target="../slideLayouts/slideLayout102.xml"/><Relationship Id="rId32" Type="http://schemas.openxmlformats.org/officeDocument/2006/relationships/slideLayout" Target="../slideLayouts/slideLayout110.xml"/><Relationship Id="rId37" Type="http://schemas.openxmlformats.org/officeDocument/2006/relationships/slideLayout" Target="../slideLayouts/slideLayout115.xml"/><Relationship Id="rId40" Type="http://schemas.openxmlformats.org/officeDocument/2006/relationships/slideLayout" Target="../slideLayouts/slideLayout118.xml"/><Relationship Id="rId45" Type="http://schemas.openxmlformats.org/officeDocument/2006/relationships/slideLayout" Target="../slideLayouts/slideLayout123.xml"/><Relationship Id="rId53" Type="http://schemas.openxmlformats.org/officeDocument/2006/relationships/slideLayout" Target="../slideLayouts/slideLayout131.xml"/><Relationship Id="rId58" Type="http://schemas.openxmlformats.org/officeDocument/2006/relationships/slideLayout" Target="../slideLayouts/slideLayout136.xml"/><Relationship Id="rId5" Type="http://schemas.openxmlformats.org/officeDocument/2006/relationships/slideLayout" Target="../slideLayouts/slideLayout83.xml"/><Relationship Id="rId61" Type="http://schemas.openxmlformats.org/officeDocument/2006/relationships/image" Target="../media/image2.svg"/><Relationship Id="rId19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2.xml"/><Relationship Id="rId22" Type="http://schemas.openxmlformats.org/officeDocument/2006/relationships/slideLayout" Target="../slideLayouts/slideLayout100.xml"/><Relationship Id="rId27" Type="http://schemas.openxmlformats.org/officeDocument/2006/relationships/slideLayout" Target="../slideLayouts/slideLayout105.xml"/><Relationship Id="rId30" Type="http://schemas.openxmlformats.org/officeDocument/2006/relationships/slideLayout" Target="../slideLayouts/slideLayout108.xml"/><Relationship Id="rId35" Type="http://schemas.openxmlformats.org/officeDocument/2006/relationships/slideLayout" Target="../slideLayouts/slideLayout113.xml"/><Relationship Id="rId43" Type="http://schemas.openxmlformats.org/officeDocument/2006/relationships/slideLayout" Target="../slideLayouts/slideLayout121.xml"/><Relationship Id="rId48" Type="http://schemas.openxmlformats.org/officeDocument/2006/relationships/slideLayout" Target="../slideLayouts/slideLayout126.xml"/><Relationship Id="rId56" Type="http://schemas.openxmlformats.org/officeDocument/2006/relationships/slideLayout" Target="../slideLayouts/slideLayout134.xml"/><Relationship Id="rId8" Type="http://schemas.openxmlformats.org/officeDocument/2006/relationships/slideLayout" Target="../slideLayouts/slideLayout86.xml"/><Relationship Id="rId51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5" Type="http://schemas.openxmlformats.org/officeDocument/2006/relationships/slideLayout" Target="../slideLayouts/slideLayout103.xml"/><Relationship Id="rId33" Type="http://schemas.openxmlformats.org/officeDocument/2006/relationships/slideLayout" Target="../slideLayouts/slideLayout111.xml"/><Relationship Id="rId38" Type="http://schemas.openxmlformats.org/officeDocument/2006/relationships/slideLayout" Target="../slideLayouts/slideLayout116.xml"/><Relationship Id="rId46" Type="http://schemas.openxmlformats.org/officeDocument/2006/relationships/slideLayout" Target="../slideLayouts/slideLayout124.xml"/><Relationship Id="rId59" Type="http://schemas.openxmlformats.org/officeDocument/2006/relationships/theme" Target="../theme/theme3.xml"/><Relationship Id="rId20" Type="http://schemas.openxmlformats.org/officeDocument/2006/relationships/slideLayout" Target="../slideLayouts/slideLayout98.xml"/><Relationship Id="rId41" Type="http://schemas.openxmlformats.org/officeDocument/2006/relationships/slideLayout" Target="../slideLayouts/slideLayout119.xml"/><Relationship Id="rId54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93.xml"/><Relationship Id="rId23" Type="http://schemas.openxmlformats.org/officeDocument/2006/relationships/slideLayout" Target="../slideLayouts/slideLayout101.xml"/><Relationship Id="rId28" Type="http://schemas.openxmlformats.org/officeDocument/2006/relationships/slideLayout" Target="../slideLayouts/slideLayout106.xml"/><Relationship Id="rId36" Type="http://schemas.openxmlformats.org/officeDocument/2006/relationships/slideLayout" Target="../slideLayouts/slideLayout114.xml"/><Relationship Id="rId49" Type="http://schemas.openxmlformats.org/officeDocument/2006/relationships/slideLayout" Target="../slideLayouts/slideLayout127.xml"/><Relationship Id="rId57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88.xml"/><Relationship Id="rId31" Type="http://schemas.openxmlformats.org/officeDocument/2006/relationships/slideLayout" Target="../slideLayouts/slideLayout109.xml"/><Relationship Id="rId44" Type="http://schemas.openxmlformats.org/officeDocument/2006/relationships/slideLayout" Target="../slideLayouts/slideLayout122.xml"/><Relationship Id="rId52" Type="http://schemas.openxmlformats.org/officeDocument/2006/relationships/slideLayout" Target="../slideLayouts/slideLayout130.xml"/><Relationship Id="rId60" Type="http://schemas.openxmlformats.org/officeDocument/2006/relationships/image" Target="../media/image1.png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hidden="1">
            <a:extLst>
              <a:ext uri="{FF2B5EF4-FFF2-40B4-BE49-F238E27FC236}">
                <a16:creationId xmlns:a16="http://schemas.microsoft.com/office/drawing/2014/main" id="{4EA08833-552E-0FED-70B1-68E450E4CA88}"/>
              </a:ext>
            </a:extLst>
          </p:cNvPr>
          <p:cNvPicPr>
            <a:picLocks noChangeAspect="1"/>
          </p:cNvPicPr>
          <p:nvPr userDrawn="1"/>
        </p:nvPicPr>
        <p:blipFill>
          <a:blip r:embed="rId59"/>
          <a:stretch>
            <a:fillRect/>
          </a:stretch>
        </p:blipFill>
        <p:spPr>
          <a:xfrm>
            <a:off x="-1" y="4394"/>
            <a:ext cx="12199821" cy="68536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6666A-5A3C-1D44-B53F-8D76AFD0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  <a:prstGeom prst="rect">
            <a:avLst/>
          </a:prstGeom>
        </p:spPr>
        <p:txBody>
          <a:bodyPr vert="horz" lIns="91440" tIns="9000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76893-6008-2643-A80E-DFC5AA9E8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160463"/>
            <a:ext cx="11306175" cy="5076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5A464A-A65A-4110-8612-7116CACE8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-1" y="6858000"/>
            <a:ext cx="0" cy="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vert="horz" lIns="0" tIns="0" rIns="0" bIns="0" rtlCol="0" anchor="ctr"/>
          <a:lstStyle>
            <a:lvl1pPr algn="l">
              <a:defRPr sz="100" b="0" i="0">
                <a:solidFill>
                  <a:schemeClr val="bg1">
                    <a:lumMod val="50000"/>
                  </a:schemeClr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CC97ABD-DC32-B238-5156-C7471EC1E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0" i="0" spc="100" baseline="0">
                <a:solidFill>
                  <a:schemeClr val="bg1">
                    <a:lumMod val="50000"/>
                  </a:schemeClr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C1F3F55-66A6-7CAA-85AC-2BA8C3879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tx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E12EAF-67A1-82D6-3BF6-ED94762DB84E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gradFill>
              <a:gsLst>
                <a:gs pos="100000">
                  <a:schemeClr val="accent1"/>
                </a:gs>
                <a:gs pos="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6D6980CB-1D30-A8FD-C71B-1D80E987E735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4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5" r:id="rId1"/>
    <p:sldLayoutId id="2147484163" r:id="rId2"/>
    <p:sldLayoutId id="2147484401" r:id="rId3"/>
    <p:sldLayoutId id="2147484403" r:id="rId4"/>
    <p:sldLayoutId id="2147484404" r:id="rId5"/>
    <p:sldLayoutId id="2147484371" r:id="rId6"/>
    <p:sldLayoutId id="2147484372" r:id="rId7"/>
    <p:sldLayoutId id="2147484432" r:id="rId8"/>
    <p:sldLayoutId id="2147484373" r:id="rId9"/>
    <p:sldLayoutId id="2147484435" r:id="rId10"/>
    <p:sldLayoutId id="2147484354" r:id="rId11"/>
    <p:sldLayoutId id="2147484356" r:id="rId12"/>
    <p:sldLayoutId id="2147484359" r:id="rId13"/>
    <p:sldLayoutId id="2147484433" r:id="rId14"/>
    <p:sldLayoutId id="2147484176" r:id="rId15"/>
    <p:sldLayoutId id="2147484374" r:id="rId16"/>
    <p:sldLayoutId id="2147484376" r:id="rId17"/>
    <p:sldLayoutId id="2147484377" r:id="rId18"/>
    <p:sldLayoutId id="2147484437" r:id="rId19"/>
    <p:sldLayoutId id="2147484390" r:id="rId20"/>
    <p:sldLayoutId id="2147484394" r:id="rId21"/>
    <p:sldLayoutId id="2147484395" r:id="rId22"/>
    <p:sldLayoutId id="2147484396" r:id="rId23"/>
    <p:sldLayoutId id="2147484378" r:id="rId24"/>
    <p:sldLayoutId id="2147484379" r:id="rId25"/>
    <p:sldLayoutId id="2147484380" r:id="rId26"/>
    <p:sldLayoutId id="2147484381" r:id="rId27"/>
    <p:sldLayoutId id="2147484397" r:id="rId28"/>
    <p:sldLayoutId id="2147484434" r:id="rId29"/>
    <p:sldLayoutId id="2147484398" r:id="rId30"/>
    <p:sldLayoutId id="2147484436" r:id="rId31"/>
    <p:sldLayoutId id="2147484399" r:id="rId32"/>
    <p:sldLayoutId id="2147484400" r:id="rId33"/>
    <p:sldLayoutId id="2147484426" r:id="rId34"/>
    <p:sldLayoutId id="2147484417" r:id="rId35"/>
    <p:sldLayoutId id="2147484418" r:id="rId36"/>
    <p:sldLayoutId id="2147484419" r:id="rId37"/>
    <p:sldLayoutId id="2147484420" r:id="rId38"/>
    <p:sldLayoutId id="2147484421" r:id="rId39"/>
    <p:sldLayoutId id="2147484438" r:id="rId40"/>
    <p:sldLayoutId id="2147484422" r:id="rId41"/>
    <p:sldLayoutId id="2147484423" r:id="rId42"/>
    <p:sldLayoutId id="2147484424" r:id="rId43"/>
    <p:sldLayoutId id="2147484425" r:id="rId44"/>
    <p:sldLayoutId id="2147484427" r:id="rId45"/>
    <p:sldLayoutId id="2147484428" r:id="rId46"/>
    <p:sldLayoutId id="2147484429" r:id="rId47"/>
    <p:sldLayoutId id="2147484430" r:id="rId48"/>
    <p:sldLayoutId id="2147484431" r:id="rId49"/>
    <p:sldLayoutId id="2147484406" r:id="rId50"/>
    <p:sldLayoutId id="2147484407" r:id="rId51"/>
    <p:sldLayoutId id="2147484408" r:id="rId52"/>
    <p:sldLayoutId id="2147484409" r:id="rId53"/>
    <p:sldLayoutId id="2147484412" r:id="rId54"/>
    <p:sldLayoutId id="2147484413" r:id="rId55"/>
    <p:sldLayoutId id="2147484186" r:id="rId56"/>
    <p:sldLayoutId id="2147484442" r:id="rId5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150" indent="-1841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841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27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811212" indent="-1714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82662" indent="-1714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3" orient="horz" pos="663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pos="7401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65">
          <p15:clr>
            <a:srgbClr val="F26B43"/>
          </p15:clr>
        </p15:guide>
        <p15:guide id="10" orient="horz" pos="3997">
          <p15:clr>
            <a:srgbClr val="F26B43"/>
          </p15:clr>
        </p15:guide>
        <p15:guide id="11" orient="horz" pos="436">
          <p15:clr>
            <a:srgbClr val="F26B43"/>
          </p15:clr>
        </p15:guide>
        <p15:guide id="12" orient="horz" pos="3929">
          <p15:clr>
            <a:srgbClr val="F26B43"/>
          </p15:clr>
        </p15:guide>
        <p15:guide id="13" orient="horz" pos="3725">
          <p15:clr>
            <a:srgbClr val="F26B43"/>
          </p15:clr>
        </p15:guide>
        <p15:guide id="14" orient="horz" pos="5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6666A-5A3C-1D44-B53F-8D76AFD0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2" y="540215"/>
            <a:ext cx="11306176" cy="537155"/>
          </a:xfrm>
          <a:prstGeom prst="rect">
            <a:avLst/>
          </a:prstGeom>
        </p:spPr>
        <p:txBody>
          <a:bodyPr vert="horz" lIns="91440" tIns="9000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76893-6008-2643-A80E-DFC5AA9E8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2" y="1371599"/>
            <a:ext cx="11306176" cy="486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177C84-5FDD-79A3-4CFB-12761ADB2C15}"/>
              </a:ext>
            </a:extLst>
          </p:cNvPr>
          <p:cNvSpPr/>
          <p:nvPr userDrawn="1"/>
        </p:nvSpPr>
        <p:spPr>
          <a:xfrm>
            <a:off x="534733" y="1135677"/>
            <a:ext cx="1090868" cy="274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kern="1200" cap="none" spc="15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rnina Sans Offc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2925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44" r:id="rId1"/>
    <p:sldLayoutId id="2147484445" r:id="rId2"/>
    <p:sldLayoutId id="2147484446" r:id="rId3"/>
    <p:sldLayoutId id="2147484447" r:id="rId4"/>
    <p:sldLayoutId id="2147484448" r:id="rId5"/>
    <p:sldLayoutId id="2147484449" r:id="rId6"/>
    <p:sldLayoutId id="2147484450" r:id="rId7"/>
    <p:sldLayoutId id="2147484451" r:id="rId8"/>
    <p:sldLayoutId id="2147484452" r:id="rId9"/>
    <p:sldLayoutId id="2147484453" r:id="rId10"/>
    <p:sldLayoutId id="2147484454" r:id="rId11"/>
    <p:sldLayoutId id="2147484455" r:id="rId12"/>
    <p:sldLayoutId id="2147484456" r:id="rId13"/>
    <p:sldLayoutId id="2147484457" r:id="rId14"/>
    <p:sldLayoutId id="2147484458" r:id="rId15"/>
    <p:sldLayoutId id="2147484459" r:id="rId16"/>
    <p:sldLayoutId id="2147484460" r:id="rId17"/>
    <p:sldLayoutId id="2147484461" r:id="rId18"/>
    <p:sldLayoutId id="2147484462" r:id="rId19"/>
    <p:sldLayoutId id="2147484463" r:id="rId20"/>
    <p:sldLayoutId id="2147484464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 cap="all" spc="4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4150" indent="-18415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Wingdings" pitchFamily="2" charset="2"/>
        <a:buChar char="§"/>
        <a:tabLst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400050" indent="-18415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itchFamily="2" charset="2"/>
        <a:buChar char="§"/>
        <a:tabLst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571500" indent="-1270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itchFamily="2" charset="2"/>
        <a:buChar char="§"/>
        <a:tabLst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811212" indent="-17145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itchFamily="2" charset="2"/>
        <a:buChar char="§"/>
        <a:tabLst/>
        <a:defRPr sz="16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982662" indent="-17145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itchFamily="2" charset="2"/>
        <a:buChar char="§"/>
        <a:tabLst/>
        <a:defRPr sz="14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3" orient="horz" pos="663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pos="7401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65">
          <p15:clr>
            <a:srgbClr val="F26B43"/>
          </p15:clr>
        </p15:guide>
        <p15:guide id="10" orient="horz" pos="3997">
          <p15:clr>
            <a:srgbClr val="F26B43"/>
          </p15:clr>
        </p15:guide>
        <p15:guide id="11" orient="horz" pos="436">
          <p15:clr>
            <a:srgbClr val="F26B43"/>
          </p15:clr>
        </p15:guide>
        <p15:guide id="12" orient="horz" pos="3929">
          <p15:clr>
            <a:srgbClr val="F26B43"/>
          </p15:clr>
        </p15:guide>
        <p15:guide id="13" orient="horz" pos="3725">
          <p15:clr>
            <a:srgbClr val="F26B43"/>
          </p15:clr>
        </p15:guide>
        <p15:guide id="14" orient="horz" pos="504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hidden="1">
            <a:extLst>
              <a:ext uri="{FF2B5EF4-FFF2-40B4-BE49-F238E27FC236}">
                <a16:creationId xmlns:a16="http://schemas.microsoft.com/office/drawing/2014/main" id="{4EA08833-552E-0FED-70B1-68E450E4CA88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-1" y="4394"/>
            <a:ext cx="12199821" cy="685360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6666A-5A3C-1D44-B53F-8D76AFD02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3" y="540215"/>
            <a:ext cx="11306175" cy="537155"/>
          </a:xfrm>
          <a:prstGeom prst="rect">
            <a:avLst/>
          </a:prstGeom>
        </p:spPr>
        <p:txBody>
          <a:bodyPr vert="horz" lIns="91440" tIns="9000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76893-6008-2643-A80E-DFC5AA9E8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160463"/>
            <a:ext cx="11306175" cy="5076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5A464A-A65A-4110-8612-7116CACE8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-1" y="6858000"/>
            <a:ext cx="0" cy="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vert="horz" lIns="0" tIns="0" rIns="0" bIns="0" rtlCol="0" anchor="ctr"/>
          <a:lstStyle>
            <a:lvl1pPr algn="l">
              <a:defRPr sz="100" b="0" i="0">
                <a:solidFill>
                  <a:schemeClr val="bg1">
                    <a:lumMod val="50000"/>
                  </a:schemeClr>
                </a:solidFill>
                <a:latin typeface="Bernina Sans Offc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CC97ABD-DC32-B238-5156-C7471EC1E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471920"/>
            <a:ext cx="8254628" cy="2495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0" i="0" spc="100" baseline="0">
                <a:solidFill>
                  <a:schemeClr val="bg1">
                    <a:lumMod val="50000"/>
                  </a:schemeClr>
                </a:solidFill>
                <a:latin typeface="DT Flow" pitchFamily="2" charset="77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C1F3F55-66A6-7CAA-85AC-2BA8C3879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7212" y="6487290"/>
            <a:ext cx="410527" cy="246221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00" b="0" i="0">
                <a:solidFill>
                  <a:schemeClr val="tx1"/>
                </a:solidFill>
                <a:latin typeface="DT Flow" pitchFamily="2" charset="77"/>
              </a:defRPr>
            </a:lvl1pPr>
          </a:lstStyle>
          <a:p>
            <a:fld id="{0A1A0966-58B5-D140-B861-27719A3258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E12EAF-67A1-82D6-3BF6-ED94762DB84E}"/>
              </a:ext>
            </a:extLst>
          </p:cNvPr>
          <p:cNvCxnSpPr>
            <a:cxnSpLocks/>
          </p:cNvCxnSpPr>
          <p:nvPr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gradFill>
              <a:gsLst>
                <a:gs pos="100000">
                  <a:schemeClr val="accent1"/>
                </a:gs>
                <a:gs pos="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>
            <a:extLst>
              <a:ext uri="{FF2B5EF4-FFF2-40B4-BE49-F238E27FC236}">
                <a16:creationId xmlns:a16="http://schemas.microsoft.com/office/drawing/2014/main" id="{6D6980CB-1D30-A8FD-C71B-1D80E987E735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  <p:pic>
        <p:nvPicPr>
          <p:cNvPr id="4" name="Picture 3" hidden="1">
            <a:extLst>
              <a:ext uri="{FF2B5EF4-FFF2-40B4-BE49-F238E27FC236}">
                <a16:creationId xmlns:a16="http://schemas.microsoft.com/office/drawing/2014/main" id="{287A7FC6-4A99-117B-A9E4-43DC38FD2990}"/>
              </a:ext>
            </a:extLst>
          </p:cNvPr>
          <p:cNvPicPr>
            <a:picLocks noChangeAspect="1"/>
          </p:cNvPicPr>
          <p:nvPr userDrawn="1"/>
        </p:nvPicPr>
        <p:blipFill>
          <a:blip r:embed="rId60"/>
          <a:stretch>
            <a:fillRect/>
          </a:stretch>
        </p:blipFill>
        <p:spPr>
          <a:xfrm>
            <a:off x="-1" y="4394"/>
            <a:ext cx="12199821" cy="685360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D307AA-DC58-8860-4281-46DE4999E891}"/>
              </a:ext>
            </a:extLst>
          </p:cNvPr>
          <p:cNvCxnSpPr>
            <a:cxnSpLocks/>
          </p:cNvCxnSpPr>
          <p:nvPr userDrawn="1"/>
        </p:nvCxnSpPr>
        <p:spPr>
          <a:xfrm>
            <a:off x="11379451" y="6503720"/>
            <a:ext cx="0" cy="213360"/>
          </a:xfrm>
          <a:prstGeom prst="line">
            <a:avLst/>
          </a:prstGeom>
          <a:ln w="25400">
            <a:gradFill>
              <a:gsLst>
                <a:gs pos="100000">
                  <a:schemeClr val="accent1"/>
                </a:gs>
                <a:gs pos="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1C53E388-B3F4-52FD-E4A8-22AB40C22F5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1017845" y="6499325"/>
            <a:ext cx="219356" cy="22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564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  <p:sldLayoutId id="2147484470" r:id="rId5"/>
    <p:sldLayoutId id="2147484471" r:id="rId6"/>
    <p:sldLayoutId id="2147484472" r:id="rId7"/>
    <p:sldLayoutId id="2147484473" r:id="rId8"/>
    <p:sldLayoutId id="2147484474" r:id="rId9"/>
    <p:sldLayoutId id="2147484475" r:id="rId10"/>
    <p:sldLayoutId id="2147484476" r:id="rId11"/>
    <p:sldLayoutId id="2147484477" r:id="rId12"/>
    <p:sldLayoutId id="2147484478" r:id="rId13"/>
    <p:sldLayoutId id="2147484479" r:id="rId14"/>
    <p:sldLayoutId id="2147484480" r:id="rId15"/>
    <p:sldLayoutId id="2147484481" r:id="rId16"/>
    <p:sldLayoutId id="2147484482" r:id="rId17"/>
    <p:sldLayoutId id="2147484483" r:id="rId18"/>
    <p:sldLayoutId id="2147484484" r:id="rId19"/>
    <p:sldLayoutId id="2147484485" r:id="rId20"/>
    <p:sldLayoutId id="2147484486" r:id="rId21"/>
    <p:sldLayoutId id="2147484487" r:id="rId22"/>
    <p:sldLayoutId id="2147484488" r:id="rId23"/>
    <p:sldLayoutId id="2147484489" r:id="rId24"/>
    <p:sldLayoutId id="2147484490" r:id="rId25"/>
    <p:sldLayoutId id="2147484491" r:id="rId26"/>
    <p:sldLayoutId id="2147484492" r:id="rId27"/>
    <p:sldLayoutId id="2147484493" r:id="rId28"/>
    <p:sldLayoutId id="2147484494" r:id="rId29"/>
    <p:sldLayoutId id="2147484495" r:id="rId30"/>
    <p:sldLayoutId id="2147484496" r:id="rId31"/>
    <p:sldLayoutId id="2147484497" r:id="rId32"/>
    <p:sldLayoutId id="2147484498" r:id="rId33"/>
    <p:sldLayoutId id="2147484499" r:id="rId34"/>
    <p:sldLayoutId id="2147484500" r:id="rId35"/>
    <p:sldLayoutId id="2147484501" r:id="rId36"/>
    <p:sldLayoutId id="2147484502" r:id="rId37"/>
    <p:sldLayoutId id="2147484503" r:id="rId38"/>
    <p:sldLayoutId id="2147484504" r:id="rId39"/>
    <p:sldLayoutId id="2147484505" r:id="rId40"/>
    <p:sldLayoutId id="2147484506" r:id="rId41"/>
    <p:sldLayoutId id="2147484507" r:id="rId42"/>
    <p:sldLayoutId id="2147484508" r:id="rId43"/>
    <p:sldLayoutId id="2147484509" r:id="rId44"/>
    <p:sldLayoutId id="2147484510" r:id="rId45"/>
    <p:sldLayoutId id="2147484511" r:id="rId46"/>
    <p:sldLayoutId id="2147484512" r:id="rId47"/>
    <p:sldLayoutId id="2147484513" r:id="rId48"/>
    <p:sldLayoutId id="2147484514" r:id="rId49"/>
    <p:sldLayoutId id="2147484515" r:id="rId50"/>
    <p:sldLayoutId id="2147484516" r:id="rId51"/>
    <p:sldLayoutId id="2147484517" r:id="rId52"/>
    <p:sldLayoutId id="2147484518" r:id="rId53"/>
    <p:sldLayoutId id="2147484519" r:id="rId54"/>
    <p:sldLayoutId id="2147484520" r:id="rId55"/>
    <p:sldLayoutId id="2147484521" r:id="rId56"/>
    <p:sldLayoutId id="2147484522" r:id="rId57"/>
    <p:sldLayoutId id="2147484523" r:id="rId5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150" indent="-1841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841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27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811212" indent="-1714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82662" indent="-17145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79">
          <p15:clr>
            <a:srgbClr val="F26B43"/>
          </p15:clr>
        </p15:guide>
        <p15:guide id="3" orient="horz" pos="663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pos="7401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65">
          <p15:clr>
            <a:srgbClr val="F26B43"/>
          </p15:clr>
        </p15:guide>
        <p15:guide id="10" orient="horz" pos="3997">
          <p15:clr>
            <a:srgbClr val="F26B43"/>
          </p15:clr>
        </p15:guide>
        <p15:guide id="11" orient="horz" pos="436">
          <p15:clr>
            <a:srgbClr val="F26B43"/>
          </p15:clr>
        </p15:guide>
        <p15:guide id="12" orient="horz" pos="3929">
          <p15:clr>
            <a:srgbClr val="F26B43"/>
          </p15:clr>
        </p15:guide>
        <p15:guide id="13" orient="horz" pos="3725">
          <p15:clr>
            <a:srgbClr val="F26B43"/>
          </p15:clr>
        </p15:guide>
        <p15:guide id="14" orient="horz" pos="50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6.xml"/><Relationship Id="rId4" Type="http://schemas.openxmlformats.org/officeDocument/2006/relationships/image" Target="../media/image3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ED7CF-826A-2B99-1799-DA52BDAE787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72238"/>
            <a:ext cx="8255000" cy="249237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BA456-06AA-B88E-5A03-D1EA00DDE00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0838" y="6486525"/>
            <a:ext cx="411162" cy="247650"/>
          </a:xfrm>
        </p:spPr>
        <p:txBody>
          <a:bodyPr/>
          <a:lstStyle/>
          <a:p>
            <a:fld id="{9FA35C58-AF1F-6E44-9CA6-D1E4B719D25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597CA3-B86D-214F-A209-3E1DD931C492}"/>
              </a:ext>
            </a:extLst>
          </p:cNvPr>
          <p:cNvSpPr/>
          <p:nvPr/>
        </p:nvSpPr>
        <p:spPr>
          <a:xfrm>
            <a:off x="1041009" y="998806"/>
            <a:ext cx="10128740" cy="5008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u="none" strike="noStrike" kern="1200" cap="none" spc="15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pic>
        <p:nvPicPr>
          <p:cNvPr id="1026" name="Picture 2" descr="The NVIDIA logo vertical format is the preferred format">
            <a:extLst>
              <a:ext uri="{FF2B5EF4-FFF2-40B4-BE49-F238E27FC236}">
                <a16:creationId xmlns:a16="http://schemas.microsoft.com/office/drawing/2014/main" id="{7CBC9D3B-D23C-0230-98D7-476E24491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7655" y="2176669"/>
            <a:ext cx="4450412" cy="250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317C41-D8A8-1769-605B-3A56B1263456}"/>
              </a:ext>
            </a:extLst>
          </p:cNvPr>
          <p:cNvCxnSpPr/>
          <p:nvPr/>
        </p:nvCxnSpPr>
        <p:spPr>
          <a:xfrm>
            <a:off x="6105379" y="2285845"/>
            <a:ext cx="0" cy="25642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58BC7CBA-666B-F457-1130-0F9548409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703" y="2279792"/>
            <a:ext cx="2653944" cy="230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03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E2761-4895-DB7C-3114-2EE741AAF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7E7F6-375A-3943-D8A9-53194C463CC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72238"/>
            <a:ext cx="8255000" cy="249237"/>
          </a:xfrm>
        </p:spPr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DE199-D3A3-E4BD-575B-FDF7842096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80838" y="6486525"/>
            <a:ext cx="411162" cy="247650"/>
          </a:xfrm>
        </p:spPr>
        <p:txBody>
          <a:bodyPr/>
          <a:lstStyle/>
          <a:p>
            <a:fld id="{9FA35C58-AF1F-6E44-9CA6-D1E4B719D25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876F5D-2643-F083-8934-19775C26F585}"/>
              </a:ext>
            </a:extLst>
          </p:cNvPr>
          <p:cNvSpPr/>
          <p:nvPr/>
        </p:nvSpPr>
        <p:spPr>
          <a:xfrm>
            <a:off x="1041009" y="998806"/>
            <a:ext cx="10128740" cy="50080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35545" sx="104000" sy="104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marR="0" indent="0" algn="ctr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u="none" strike="noStrike" kern="1200" cap="none" spc="15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T Flow Text V1.011" pitchFamily="2" charset="77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A8CE173-E229-DD02-5D56-9B2803AAEAA4}"/>
              </a:ext>
            </a:extLst>
          </p:cNvPr>
          <p:cNvCxnSpPr/>
          <p:nvPr/>
        </p:nvCxnSpPr>
        <p:spPr>
          <a:xfrm>
            <a:off x="6105379" y="2285845"/>
            <a:ext cx="0" cy="25642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025AB944-6858-4D59-8EA8-428EEDC83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703" y="2279792"/>
            <a:ext cx="2653944" cy="230269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689E4D-FA6B-A42E-BF78-BDA4D9AFF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766" y="2703764"/>
            <a:ext cx="3833251" cy="17158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163472-CE65-B272-B37B-7625D5530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" y="4862842"/>
            <a:ext cx="7772400" cy="279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157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01278-CD1A-DB13-CDAE-0B40DC863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0C8844C-2A5D-727B-09D4-E6E67731D1D7}"/>
              </a:ext>
            </a:extLst>
          </p:cNvPr>
          <p:cNvSpPr/>
          <p:nvPr/>
        </p:nvSpPr>
        <p:spPr>
          <a:xfrm>
            <a:off x="1909893" y="839434"/>
            <a:ext cx="9928162" cy="34834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r>
              <a:rPr lang="en-US" b="1" dirty="0">
                <a:solidFill>
                  <a:schemeClr val="tx1"/>
                </a:solidFill>
              </a:rPr>
              <a:t> Kubernetes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6E3A02-0FBE-847D-A7E9-866405C114FD}"/>
              </a:ext>
            </a:extLst>
          </p:cNvPr>
          <p:cNvSpPr/>
          <p:nvPr/>
        </p:nvSpPr>
        <p:spPr>
          <a:xfrm>
            <a:off x="2167256" y="2374829"/>
            <a:ext cx="1622113" cy="996056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Chat App</a:t>
            </a:r>
          </a:p>
          <a:p>
            <a:pPr algn="ctr"/>
            <a:r>
              <a:rPr lang="en-US" dirty="0"/>
              <a:t>&amp; AI Agent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CEE0EB9-84B0-A72A-661E-F6CB6F796CA3}"/>
              </a:ext>
            </a:extLst>
          </p:cNvPr>
          <p:cNvCxnSpPr>
            <a:cxnSpLocks/>
          </p:cNvCxnSpPr>
          <p:nvPr/>
        </p:nvCxnSpPr>
        <p:spPr>
          <a:xfrm>
            <a:off x="5977478" y="2881774"/>
            <a:ext cx="458089" cy="0"/>
          </a:xfrm>
          <a:prstGeom prst="straightConnector1">
            <a:avLst/>
          </a:prstGeom>
          <a:ln w="41275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4D78FCC-D814-48B0-0698-B14538D704A1}"/>
              </a:ext>
            </a:extLst>
          </p:cNvPr>
          <p:cNvSpPr/>
          <p:nvPr/>
        </p:nvSpPr>
        <p:spPr>
          <a:xfrm>
            <a:off x="1909886" y="5560073"/>
            <a:ext cx="9928162" cy="488412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 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5BD13B-3F48-0770-58FB-6E7E5F277B3B}"/>
              </a:ext>
            </a:extLst>
          </p:cNvPr>
          <p:cNvSpPr txBox="1"/>
          <p:nvPr/>
        </p:nvSpPr>
        <p:spPr>
          <a:xfrm>
            <a:off x="5911268" y="4408978"/>
            <a:ext cx="284546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Application Traces + Inference metrics + GPU Metrics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002C6B0-1344-22F6-5BE6-D88E9541B817}"/>
              </a:ext>
            </a:extLst>
          </p:cNvPr>
          <p:cNvSpPr/>
          <p:nvPr/>
        </p:nvSpPr>
        <p:spPr>
          <a:xfrm>
            <a:off x="4284653" y="2368342"/>
            <a:ext cx="1626615" cy="99605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OTel Collector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4F862B7-417B-4FC4-7443-7E747E7F5A04}"/>
              </a:ext>
            </a:extLst>
          </p:cNvPr>
          <p:cNvSpPr/>
          <p:nvPr/>
        </p:nvSpPr>
        <p:spPr>
          <a:xfrm>
            <a:off x="2167257" y="1358326"/>
            <a:ext cx="1626615" cy="922807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GPU Metrics</a:t>
            </a:r>
          </a:p>
          <a:p>
            <a:pPr algn="ctr"/>
            <a:r>
              <a:rPr lang="en-US" sz="1400" dirty="0"/>
              <a:t>NVIDIA DCGM</a:t>
            </a:r>
          </a:p>
          <a:p>
            <a:pPr algn="ctr"/>
            <a:r>
              <a:rPr lang="en-US" sz="1400" dirty="0"/>
              <a:t>Exporter 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8BDDFC-8E60-3445-E1A9-BCBD90FAE15A}"/>
              </a:ext>
            </a:extLst>
          </p:cNvPr>
          <p:cNvSpPr/>
          <p:nvPr/>
        </p:nvSpPr>
        <p:spPr>
          <a:xfrm>
            <a:off x="2167256" y="3554415"/>
            <a:ext cx="9305687" cy="47907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dirty="0"/>
              <a:t>Dynatrace Kubernetes Solution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ABD2A-9000-4146-CA98-C566DD258343}"/>
              </a:ext>
            </a:extLst>
          </p:cNvPr>
          <p:cNvSpPr/>
          <p:nvPr/>
        </p:nvSpPr>
        <p:spPr>
          <a:xfrm>
            <a:off x="6486368" y="2086683"/>
            <a:ext cx="4949472" cy="3173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NVIDIA NIM Models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6D6C24-3824-A8F8-EEF3-158E129F7279}"/>
              </a:ext>
            </a:extLst>
          </p:cNvPr>
          <p:cNvSpPr txBox="1"/>
          <p:nvPr/>
        </p:nvSpPr>
        <p:spPr>
          <a:xfrm>
            <a:off x="3063753" y="4409063"/>
            <a:ext cx="169537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</a:rPr>
              <a:t>Kubernetes platform health and logs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5CF409B-875A-EDAA-AA04-077AF8764173}"/>
              </a:ext>
            </a:extLst>
          </p:cNvPr>
          <p:cNvCxnSpPr>
            <a:cxnSpLocks/>
          </p:cNvCxnSpPr>
          <p:nvPr/>
        </p:nvCxnSpPr>
        <p:spPr>
          <a:xfrm>
            <a:off x="3776292" y="2911548"/>
            <a:ext cx="458089" cy="0"/>
          </a:xfrm>
          <a:prstGeom prst="straightConnector1">
            <a:avLst/>
          </a:prstGeom>
          <a:ln w="41275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0011B33-5C02-F645-F412-FFF5F323818B}"/>
              </a:ext>
            </a:extLst>
          </p:cNvPr>
          <p:cNvCxnSpPr>
            <a:cxnSpLocks/>
          </p:cNvCxnSpPr>
          <p:nvPr/>
        </p:nvCxnSpPr>
        <p:spPr>
          <a:xfrm>
            <a:off x="5699369" y="3237398"/>
            <a:ext cx="0" cy="2297275"/>
          </a:xfrm>
          <a:prstGeom prst="straightConnector1">
            <a:avLst/>
          </a:prstGeom>
          <a:ln w="412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009AE36-6685-3B2F-BD53-74716D50AB47}"/>
              </a:ext>
            </a:extLst>
          </p:cNvPr>
          <p:cNvCxnSpPr>
            <a:cxnSpLocks/>
          </p:cNvCxnSpPr>
          <p:nvPr/>
        </p:nvCxnSpPr>
        <p:spPr>
          <a:xfrm>
            <a:off x="2959734" y="4098741"/>
            <a:ext cx="0" cy="1435932"/>
          </a:xfrm>
          <a:prstGeom prst="straightConnector1">
            <a:avLst/>
          </a:prstGeom>
          <a:ln w="4127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ynatrace Logo, symbol, meaning, history, PNG, brand">
            <a:extLst>
              <a:ext uri="{FF2B5EF4-FFF2-40B4-BE49-F238E27FC236}">
                <a16:creationId xmlns:a16="http://schemas.microsoft.com/office/drawing/2014/main" id="{91D47E36-B1BE-B2E5-B6A8-D02BA53E6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360" y="5300068"/>
            <a:ext cx="1846230" cy="103388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C37FFBE-5B7A-BD58-2BAB-BF4F95714185}"/>
              </a:ext>
            </a:extLst>
          </p:cNvPr>
          <p:cNvSpPr/>
          <p:nvPr/>
        </p:nvSpPr>
        <p:spPr>
          <a:xfrm>
            <a:off x="7741007" y="2451853"/>
            <a:ext cx="1189898" cy="919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text embedding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0BA69E-895E-E8B6-38CA-7FD7CFCE9776}"/>
              </a:ext>
            </a:extLst>
          </p:cNvPr>
          <p:cNvSpPr/>
          <p:nvPr/>
        </p:nvSpPr>
        <p:spPr>
          <a:xfrm>
            <a:off x="6479571" y="2451853"/>
            <a:ext cx="1189898" cy="919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conversational LLM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F7C11C-E234-964C-6787-2B11B7C1F931}"/>
              </a:ext>
            </a:extLst>
          </p:cNvPr>
          <p:cNvSpPr/>
          <p:nvPr/>
        </p:nvSpPr>
        <p:spPr>
          <a:xfrm>
            <a:off x="10245942" y="2465489"/>
            <a:ext cx="1189898" cy="919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Topic control guardrail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76B9D4-A813-608F-AF49-AEA5EE6E517C}"/>
              </a:ext>
            </a:extLst>
          </p:cNvPr>
          <p:cNvSpPr/>
          <p:nvPr/>
        </p:nvSpPr>
        <p:spPr>
          <a:xfrm>
            <a:off x="8984506" y="2465489"/>
            <a:ext cx="1189898" cy="919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dirty="0"/>
              <a:t>content safety guardrail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F9F00D-801E-ACD0-0C78-1EB2D9854FFE}"/>
              </a:ext>
            </a:extLst>
          </p:cNvPr>
          <p:cNvSpPr/>
          <p:nvPr/>
        </p:nvSpPr>
        <p:spPr>
          <a:xfrm>
            <a:off x="335309" y="2344633"/>
            <a:ext cx="1345529" cy="9046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AI Native </a:t>
            </a:r>
          </a:p>
          <a:p>
            <a:pPr algn="ctr"/>
            <a:r>
              <a:rPr lang="en-US" sz="1000" b="1" dirty="0">
                <a:solidFill>
                  <a:schemeClr val="tx1"/>
                </a:solidFill>
              </a:rPr>
              <a:t>Web Search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FD50D1B-0C2A-9726-5A92-9DA5C82E3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13" y="2746448"/>
            <a:ext cx="1219200" cy="457200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9F5498F-7F54-D795-E292-A431E13D6E50}"/>
              </a:ext>
            </a:extLst>
          </p:cNvPr>
          <p:cNvCxnSpPr>
            <a:cxnSpLocks/>
          </p:cNvCxnSpPr>
          <p:nvPr/>
        </p:nvCxnSpPr>
        <p:spPr>
          <a:xfrm>
            <a:off x="1680838" y="2872322"/>
            <a:ext cx="458089" cy="0"/>
          </a:xfrm>
          <a:prstGeom prst="straightConnector1">
            <a:avLst/>
          </a:prstGeom>
          <a:ln w="41275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FCA2FE5-E56D-E26E-08AF-42F50AE1FDE3}"/>
              </a:ext>
            </a:extLst>
          </p:cNvPr>
          <p:cNvCxnSpPr>
            <a:cxnSpLocks/>
          </p:cNvCxnSpPr>
          <p:nvPr/>
        </p:nvCxnSpPr>
        <p:spPr>
          <a:xfrm>
            <a:off x="3826564" y="2051831"/>
            <a:ext cx="407817" cy="229302"/>
          </a:xfrm>
          <a:prstGeom prst="straightConnector1">
            <a:avLst/>
          </a:prstGeom>
          <a:ln w="41275">
            <a:solidFill>
              <a:schemeClr val="accent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Picture 51">
            <a:extLst>
              <a:ext uri="{FF2B5EF4-FFF2-40B4-BE49-F238E27FC236}">
                <a16:creationId xmlns:a16="http://schemas.microsoft.com/office/drawing/2014/main" id="{09443817-5C62-5BAC-B4D7-E44841A71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543" y="62364"/>
            <a:ext cx="2770858" cy="124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20662"/>
      </p:ext>
    </p:extLst>
  </p:cSld>
  <p:clrMapOvr>
    <a:masterClrMapping/>
  </p:clrMapOvr>
</p:sld>
</file>

<file path=ppt/theme/theme1.xml><?xml version="1.0" encoding="utf-8"?>
<a:theme xmlns:a="http://schemas.openxmlformats.org/drawingml/2006/main" name="Basic Template (Light)">
  <a:themeElements>
    <a:clrScheme name="Custom 25">
      <a:dk1>
        <a:srgbClr val="00092F"/>
      </a:dk1>
      <a:lt1>
        <a:srgbClr val="FFFFFF"/>
      </a:lt1>
      <a:dk2>
        <a:srgbClr val="002266"/>
      </a:dk2>
      <a:lt2>
        <a:srgbClr val="D8D9D8"/>
      </a:lt2>
      <a:accent1>
        <a:srgbClr val="1866FE"/>
      </a:accent1>
      <a:accent2>
        <a:srgbClr val="7F1AFE"/>
      </a:accent2>
      <a:accent3>
        <a:srgbClr val="01D393"/>
      </a:accent3>
      <a:accent4>
        <a:srgbClr val="85ADFF"/>
      </a:accent4>
      <a:accent5>
        <a:srgbClr val="C499FE"/>
      </a:accent5>
      <a:accent6>
        <a:srgbClr val="5CFDCC"/>
      </a:accent6>
      <a:hlink>
        <a:srgbClr val="1596FE"/>
      </a:hlink>
      <a:folHlink>
        <a:srgbClr val="0E73C2"/>
      </a:folHlink>
    </a:clrScheme>
    <a:fontScheme name="DT Flow">
      <a:majorFont>
        <a:latin typeface="DT Flow Extrabold"/>
        <a:ea typeface=""/>
        <a:cs typeface=""/>
      </a:majorFont>
      <a:minorFont>
        <a:latin typeface="DT F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235545" sx="104000" sy="104000" algn="ctr" rotWithShape="0">
            <a:srgbClr val="000000">
              <a:alpha val="10000"/>
            </a:srgbClr>
          </a:outerShdw>
        </a:effectLst>
      </a:spPr>
      <a:bodyPr rtlCol="0" anchor="ctr">
        <a:normAutofit/>
      </a:bodyPr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600"/>
          </a:spcBef>
          <a:spcAft>
            <a:spcPts val="0"/>
          </a:spcAft>
          <a:buClrTx/>
          <a:buSzTx/>
          <a:buFontTx/>
          <a:buNone/>
          <a:tabLst/>
          <a:defRPr kumimoji="0" sz="900" u="none" strike="noStrike" kern="1200" cap="none" spc="15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DT Flow Text V1.011" pitchFamily="2" charset="77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lnSpc>
            <a:spcPct val="100000"/>
          </a:lnSpc>
          <a:defRPr sz="1100" dirty="0" smtClean="0"/>
        </a:defPPr>
      </a:lstStyle>
    </a:txDef>
  </a:objectDefaults>
  <a:extraClrSchemeLst/>
  <a:custClrLst>
    <a:custClr name="Warning - Yellow ">
      <a:srgbClr val="FDC300"/>
    </a:custClr>
    <a:custClr name="Error - Red ">
      <a:srgbClr val="F43D5A"/>
    </a:custClr>
  </a:custClrLst>
  <a:extLst>
    <a:ext uri="{05A4C25C-085E-4340-85A3-A5531E510DB2}">
      <thm15:themeFamily xmlns:thm15="http://schemas.microsoft.com/office/thememl/2012/main" name="2023_Dynatrace_PPT_Template" id="{C835A556-0DBF-7148-8D5E-A143A2ECB707}" vid="{6F86AE6F-4D12-9A4D-BD80-00C0DDC36B5F}"/>
    </a:ext>
  </a:extLst>
</a:theme>
</file>

<file path=ppt/theme/theme2.xml><?xml version="1.0" encoding="utf-8"?>
<a:theme xmlns:a="http://schemas.openxmlformats.org/drawingml/2006/main" name="5_Basic Template (Light)">
  <a:themeElements>
    <a:clrScheme name="Custom 1">
      <a:dk1>
        <a:srgbClr val="000614"/>
      </a:dk1>
      <a:lt1>
        <a:srgbClr val="FFFFFF"/>
      </a:lt1>
      <a:dk2>
        <a:srgbClr val="000614"/>
      </a:dk2>
      <a:lt2>
        <a:srgbClr val="D8D9D8"/>
      </a:lt2>
      <a:accent1>
        <a:srgbClr val="1866FE"/>
      </a:accent1>
      <a:accent2>
        <a:srgbClr val="7F1AFE"/>
      </a:accent2>
      <a:accent3>
        <a:srgbClr val="01D393"/>
      </a:accent3>
      <a:accent4>
        <a:srgbClr val="85ADFF"/>
      </a:accent4>
      <a:accent5>
        <a:srgbClr val="C499FE"/>
      </a:accent5>
      <a:accent6>
        <a:srgbClr val="5CFDCC"/>
      </a:accent6>
      <a:hlink>
        <a:srgbClr val="1596FE"/>
      </a:hlink>
      <a:folHlink>
        <a:srgbClr val="0E73C2"/>
      </a:folHlink>
    </a:clrScheme>
    <a:fontScheme name="Custom 1">
      <a:majorFont>
        <a:latin typeface="Bernina Sans Offc Extrabold"/>
        <a:ea typeface=""/>
        <a:cs typeface=""/>
      </a:majorFont>
      <a:minorFont>
        <a:latin typeface="Bernina Sans Off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235545" sx="104000" sy="104000" algn="ctr" rotWithShape="0">
            <a:srgbClr val="000000">
              <a:alpha val="10000"/>
            </a:srgbClr>
          </a:outerShdw>
        </a:effectLst>
      </a:spPr>
      <a:bodyPr rtlCol="0" anchor="t">
        <a:no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900" u="none" strike="noStrike" kern="1200" cap="none" spc="15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latin typeface="DT Flow Text V1.011" pitchFamily="2" charset="77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lnSpc>
            <a:spcPct val="100000"/>
          </a:lnSpc>
          <a:defRPr sz="1100" dirty="0" smtClean="0"/>
        </a:defPPr>
      </a:lstStyle>
    </a:txDef>
  </a:objectDefaults>
  <a:extraClrSchemeLst/>
  <a:custClrLst>
    <a:custClr name="Warning - Yellow ">
      <a:srgbClr val="FDC300"/>
    </a:custClr>
    <a:custClr name="Error - Red ">
      <a:srgbClr val="F43D5A"/>
    </a:custClr>
  </a:custClrLst>
  <a:extLst>
    <a:ext uri="{05A4C25C-085E-4340-85A3-A5531E510DB2}">
      <thm15:themeFamily xmlns:thm15="http://schemas.microsoft.com/office/thememl/2012/main" name="BAE1713_P23_TPLT_PPT_16x9_FINAL2" id="{59AAAB2C-2FE0-8248-A4D1-046C031D14D3}" vid="{FE4199E0-A167-2748-B5D0-4BE263B789F7}"/>
    </a:ext>
  </a:extLst>
</a:theme>
</file>

<file path=ppt/theme/theme3.xml><?xml version="1.0" encoding="utf-8"?>
<a:theme xmlns:a="http://schemas.openxmlformats.org/drawingml/2006/main" name="1_Basic Template (Light)">
  <a:themeElements>
    <a:clrScheme name="Custom 25">
      <a:dk1>
        <a:srgbClr val="00092F"/>
      </a:dk1>
      <a:lt1>
        <a:srgbClr val="FFFFFF"/>
      </a:lt1>
      <a:dk2>
        <a:srgbClr val="002266"/>
      </a:dk2>
      <a:lt2>
        <a:srgbClr val="D8D9D8"/>
      </a:lt2>
      <a:accent1>
        <a:srgbClr val="1866FE"/>
      </a:accent1>
      <a:accent2>
        <a:srgbClr val="7F1AFE"/>
      </a:accent2>
      <a:accent3>
        <a:srgbClr val="01D393"/>
      </a:accent3>
      <a:accent4>
        <a:srgbClr val="85ADFF"/>
      </a:accent4>
      <a:accent5>
        <a:srgbClr val="C499FE"/>
      </a:accent5>
      <a:accent6>
        <a:srgbClr val="5CFDCC"/>
      </a:accent6>
      <a:hlink>
        <a:srgbClr val="1596FE"/>
      </a:hlink>
      <a:folHlink>
        <a:srgbClr val="0E73C2"/>
      </a:folHlink>
    </a:clrScheme>
    <a:fontScheme name="DT Flow">
      <a:majorFont>
        <a:latin typeface="DT Flow Extrabold"/>
        <a:ea typeface=""/>
        <a:cs typeface=""/>
      </a:majorFont>
      <a:minorFont>
        <a:latin typeface="DT F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  <a:effectLst>
          <a:outerShdw blurRad="235545" sx="104000" sy="104000" algn="ctr" rotWithShape="0">
            <a:srgbClr val="000000">
              <a:alpha val="10000"/>
            </a:srgbClr>
          </a:outerShdw>
        </a:effectLst>
      </a:spPr>
      <a:bodyPr rtlCol="0" anchor="ctr">
        <a:normAutofit/>
      </a:bodyPr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600"/>
          </a:spcBef>
          <a:spcAft>
            <a:spcPts val="0"/>
          </a:spcAft>
          <a:buClrTx/>
          <a:buSzTx/>
          <a:buFontTx/>
          <a:buNone/>
          <a:tabLst/>
          <a:defRPr kumimoji="0" sz="900" u="none" strike="noStrike" kern="1200" cap="none" spc="150" normalizeH="0" baseline="0" noProof="0" dirty="0">
            <a:ln>
              <a:noFill/>
            </a:ln>
            <a:solidFill>
              <a:schemeClr val="tx1"/>
            </a:solidFill>
            <a:effectLst/>
            <a:uLnTx/>
            <a:uFillTx/>
            <a:latin typeface="DT Flow Text V1.011" pitchFamily="2" charset="77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lnSpc>
            <a:spcPct val="100000"/>
          </a:lnSpc>
          <a:defRPr sz="1100" dirty="0" smtClean="0"/>
        </a:defPPr>
      </a:lstStyle>
    </a:txDef>
  </a:objectDefaults>
  <a:extraClrSchemeLst/>
  <a:custClrLst>
    <a:custClr name="Warning - Yellow ">
      <a:srgbClr val="FDC300"/>
    </a:custClr>
    <a:custClr name="Error - Red ">
      <a:srgbClr val="F43D5A"/>
    </a:custClr>
  </a:custClrLst>
  <a:extLst>
    <a:ext uri="{05A4C25C-085E-4340-85A3-A5531E510DB2}">
      <thm15:themeFamily xmlns:thm15="http://schemas.microsoft.com/office/thememl/2012/main" name="2023_Dynatrace_PPT_Template" id="{C835A556-0DBF-7148-8D5E-A143A2ECB707}" vid="{6F86AE6F-4D12-9A4D-BD80-00C0DDC36B5F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4D325D-0225-9848-B809-E2F56951D2CB}">
  <we:reference id="53c624bc-beeb-4b9d-a732-d4850792e7dc" version="1.5.0.0" store="EXCatalog" storeType="EXCatalog"/>
  <we:alternateReferences>
    <we:reference id="WA104381702" version="1.5.0.0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9798844104574D86FE45F62F9347B2" ma:contentTypeVersion="16" ma:contentTypeDescription="Create a new document." ma:contentTypeScope="" ma:versionID="9cb55a712714d1741e85c8f51b8f3253">
  <xsd:schema xmlns:xsd="http://www.w3.org/2001/XMLSchema" xmlns:xs="http://www.w3.org/2001/XMLSchema" xmlns:p="http://schemas.microsoft.com/office/2006/metadata/properties" xmlns:ns2="b1d66cac-0227-4bac-b818-45bcd254d039" xmlns:ns3="4f5ac445-70f2-4beb-9aa8-db58c7734ff4" targetNamespace="http://schemas.microsoft.com/office/2006/metadata/properties" ma:root="true" ma:fieldsID="d543a7490a79db2bc406fa6b2f42521b" ns2:_="" ns3:_="">
    <xsd:import namespace="b1d66cac-0227-4bac-b818-45bcd254d039"/>
    <xsd:import namespace="4f5ac445-70f2-4beb-9aa8-db58c7734f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d66cac-0227-4bac-b818-45bcd254d0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cbec0234-861b-4971-9076-d25aa62994c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5ac445-70f2-4beb-9aa8-db58c7734ff4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64e3a0ec-222f-4984-af87-15d8970785ad}" ma:internalName="TaxCatchAll" ma:showField="CatchAllData" ma:web="4f5ac445-70f2-4beb-9aa8-db58c7734f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1d66cac-0227-4bac-b818-45bcd254d039">
      <Terms xmlns="http://schemas.microsoft.com/office/infopath/2007/PartnerControls"/>
    </lcf76f155ced4ddcb4097134ff3c332f>
    <TaxCatchAll xmlns="4f5ac445-70f2-4beb-9aa8-db58c7734ff4" xsi:nil="true"/>
    <SharedWithUsers xmlns="4f5ac445-70f2-4beb-9aa8-db58c7734ff4">
      <UserInfo>
        <DisplayName>Walker, Jessica</DisplayName>
        <AccountId>16</AccountId>
        <AccountType/>
      </UserInfo>
      <UserInfo>
        <DisplayName>Kozak, Colleen</DisplayName>
        <AccountId>5748</AccountId>
        <AccountType/>
      </UserInfo>
      <UserInfo>
        <DisplayName>Crandall, Emily</DisplayName>
        <AccountId>5336</AccountId>
        <AccountType/>
      </UserInfo>
      <UserInfo>
        <DisplayName>Umbach, Debbie</DisplayName>
        <AccountId>3838</AccountId>
        <AccountType/>
      </UserInfo>
      <UserInfo>
        <DisplayName>Sims, Josh</DisplayName>
        <AccountId>577</AccountId>
        <AccountType/>
      </UserInfo>
      <UserInfo>
        <DisplayName>Tollefson, Nina</DisplayName>
        <AccountId>576</AccountId>
        <AccountType/>
      </UserInfo>
      <UserInfo>
        <DisplayName>Aylmer, Jed</DisplayName>
        <AccountId>5263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DE02E530-A22C-404E-9DAE-E94A6E09FCD1}">
  <ds:schemaRefs>
    <ds:schemaRef ds:uri="4f5ac445-70f2-4beb-9aa8-db58c7734ff4"/>
    <ds:schemaRef ds:uri="b1d66cac-0227-4bac-b818-45bcd254d0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518AF90-F3B8-4526-B361-BAA7B687E2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6A0B6F-1829-4F9A-8C6E-D593B9F04751}">
  <ds:schemaRefs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b1d66cac-0227-4bac-b818-45bcd254d039"/>
    <ds:schemaRef ds:uri="http://schemas.microsoft.com/office/2006/metadata/properties"/>
    <ds:schemaRef ds:uri="4f5ac445-70f2-4beb-9aa8-db58c7734ff4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52</Words>
  <Application>Microsoft Macintosh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Aptos</vt:lpstr>
      <vt:lpstr>Arial</vt:lpstr>
      <vt:lpstr>Bernina Sans Offc</vt:lpstr>
      <vt:lpstr>Bernina Sans Offc Extrabold</vt:lpstr>
      <vt:lpstr>Bernina Sans Offc Narrow</vt:lpstr>
      <vt:lpstr>DT Flow</vt:lpstr>
      <vt:lpstr>DT Flow Extrabold</vt:lpstr>
      <vt:lpstr>DT Flow Text V1.011</vt:lpstr>
      <vt:lpstr>Wingdings</vt:lpstr>
      <vt:lpstr>Basic Template (Light)</vt:lpstr>
      <vt:lpstr>5_Basic Template (Light)</vt:lpstr>
      <vt:lpstr>1_Basic Template (Light)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Sutton, Kiley</dc:creator>
  <cp:keywords/>
  <dc:description/>
  <cp:lastModifiedBy>Jahn, Rob</cp:lastModifiedBy>
  <cp:revision>28</cp:revision>
  <dcterms:created xsi:type="dcterms:W3CDTF">2023-03-23T16:41:44Z</dcterms:created>
  <dcterms:modified xsi:type="dcterms:W3CDTF">2026-09-30T19:48:30Z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0x010100109798844104574D86FE45F62F9347B2</vt:lpwstr>
  </property>
  <property fmtid="{D5CDD505-2E9C-101B-9397-08002B2CF9AE}" pid="3" name="MediaServiceImageTags">
    <vt:lpwstr/>
  </property>
</Properties>
</file>