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1" r:id="rId4"/>
    <p:sldMasterId id="2147484443" r:id="rId5"/>
    <p:sldMasterId id="2147484465" r:id="rId6"/>
  </p:sldMasterIdLst>
  <p:notesMasterIdLst>
    <p:notesMasterId r:id="rId11"/>
  </p:notesMasterIdLst>
  <p:handoutMasterIdLst>
    <p:handoutMasterId r:id="rId12"/>
  </p:handoutMasterIdLst>
  <p:sldIdLst>
    <p:sldId id="2147483607" r:id="rId7"/>
    <p:sldId id="2147483608" r:id="rId8"/>
    <p:sldId id="2147483633" r:id="rId9"/>
    <p:sldId id="214748363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C336792-6781-FE4B-9D05-284068487FDB}">
          <p14:sldIdLst/>
        </p14:section>
        <p14:section name="Slides" id="{49885F25-B79B-294C-BC22-D5079CF0C1B1}">
          <p14:sldIdLst>
            <p14:sldId id="2147483607"/>
            <p14:sldId id="2147483608"/>
            <p14:sldId id="2147483633"/>
            <p14:sldId id="2147483634"/>
          </p14:sldIdLst>
        </p14:section>
        <p14:section name="Starter Slides" id="{60ADEBE7-C73F-4B4F-B98A-081C9E9BD24B}">
          <p14:sldIdLst/>
        </p14:section>
      </p14:sectionLst>
    </p:ext>
    <p:ext uri="{EFAFB233-063F-42B5-8137-9DF3F51BA10A}">
      <p15:sldGuideLst xmlns:p15="http://schemas.microsoft.com/office/powerpoint/2012/main">
        <p15:guide id="2" pos="2862" userDrawn="1">
          <p15:clr>
            <a:srgbClr val="A4A3A4"/>
          </p15:clr>
        </p15:guide>
        <p15:guide id="3" orient="horz" pos="984" userDrawn="1">
          <p15:clr>
            <a:srgbClr val="A4A3A4"/>
          </p15:clr>
        </p15:guide>
        <p15:guide id="4" orient="horz" pos="1498" userDrawn="1">
          <p15:clr>
            <a:srgbClr val="A4A3A4"/>
          </p15:clr>
        </p15:guide>
        <p15:guide id="5" orient="horz" pos="1584" userDrawn="1">
          <p15:clr>
            <a:srgbClr val="A4A3A4"/>
          </p15:clr>
        </p15:guide>
        <p15:guide id="6" orient="horz" pos="2089" userDrawn="1">
          <p15:clr>
            <a:srgbClr val="A4A3A4"/>
          </p15:clr>
        </p15:guide>
        <p15:guide id="7" orient="horz" pos="2184" userDrawn="1">
          <p15:clr>
            <a:srgbClr val="A4A3A4"/>
          </p15:clr>
        </p15:guide>
        <p15:guide id="8" orient="horz" pos="2697" userDrawn="1">
          <p15:clr>
            <a:srgbClr val="A4A3A4"/>
          </p15:clr>
        </p15:guide>
        <p15:guide id="9" orient="horz" pos="2784" userDrawn="1">
          <p15:clr>
            <a:srgbClr val="A4A3A4"/>
          </p15:clr>
        </p15:guide>
        <p15:guide id="10" orient="horz" pos="3293" userDrawn="1">
          <p15:clr>
            <a:srgbClr val="A4A3A4"/>
          </p15:clr>
        </p15:guide>
        <p15:guide id="11" orient="horz" pos="3381" userDrawn="1">
          <p15:clr>
            <a:srgbClr val="A4A3A4"/>
          </p15:clr>
        </p15:guide>
        <p15:guide id="12" orient="horz" pos="3888" userDrawn="1">
          <p15:clr>
            <a:srgbClr val="A4A3A4"/>
          </p15:clr>
        </p15:guide>
        <p15:guide id="13" orient="horz" userDrawn="1">
          <p15:clr>
            <a:srgbClr val="A4A3A4"/>
          </p15:clr>
        </p15:guide>
        <p15:guide id="14" pos="22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F73519-A71C-F2C6-9071-CEACEA86D95D}" name="Erewa, Toni" initials="ET" userId="S::toni.erewa@dynatrace.com::a083b743-7a7f-4005-8f65-15fbc415b036" providerId="AD"/>
  <p188:author id="{D8A79A48-4A1E-81A1-A6B3-06D6A487F319}" name="Emily McDonald" initials="EM" userId="S::emily.m@stinson.co::1abcd3e3-1340-47fa-a12e-3b2b09e81e15" providerId="AD"/>
  <p188:author id="{C1E63661-04B9-2A70-163A-ECFBEFFE723E}" name="Umbach, Debbie" initials="UD" userId="S::debbie.umbach@dynatrace.com::6e5fb65f-d042-4a99-ba64-12c842631b82" providerId="AD"/>
  <p188:author id="{2E13DB6C-0B43-FB98-E5D1-CD0756603570}" name="Sims, Josh" initials="SJ" userId="S::josh.sims@dynatrace.com::49612728-8116-4575-b10b-51a5f72e9882" providerId="AD"/>
  <p188:author id="{BDA0A097-10B5-3F13-7D6B-02FF768C0835}" name="Seelye, Hannah" initials="SH" userId="S::hannah.seelye@dynatrace.com::4bdad6dd-1730-4bc3-8a70-96856c72f22c" providerId="AD"/>
  <p188:author id="{9C3449A1-88B7-E95A-FFF2-0889C0184C16}" name="Walker, Jessica" initials="" userId="S::Jessica.Walker@dynatrace.com::b9a8b3f9-fc93-447d-b942-32f07822a329" providerId="AD"/>
  <p188:author id="{EFE3E1D1-9FA8-54AD-114E-76541E48EE06}" name="Aylmer, Jed" initials="AJ" userId="S::jed.aylmer@dynatrace.com::063f29d7-db01-4138-a04c-586bd0c78c69" providerId="AD"/>
  <p188:author id="{197912D3-FC8A-6A9A-D53F-6521D9156398}" name="Tollefson, Nina" initials="TN" userId="S::nina.tollefson@dynatrace.com::e496fee5-b356-4526-b03f-9e2676692c29" providerId="AD"/>
  <p188:author id="{3AED70E9-261F-BA3F-D6BB-BD57C7D18CF6}" name="Walker, Jessica" initials="WJ" userId="S::jessica.walker@dynatrace.com::b9a8b3f9-fc93-447d-b942-32f07822a3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1AFF"/>
    <a:srgbClr val="00C68D"/>
    <a:srgbClr val="000000"/>
    <a:srgbClr val="5E66FF"/>
    <a:srgbClr val="0094FE"/>
    <a:srgbClr val="00A6C9"/>
    <a:srgbClr val="00C6C9"/>
    <a:srgbClr val="7BCFB6"/>
    <a:srgbClr val="9AFEE0"/>
    <a:srgbClr val="02B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219"/>
  </p:normalViewPr>
  <p:slideViewPr>
    <p:cSldViewPr snapToGrid="0">
      <p:cViewPr varScale="1">
        <p:scale>
          <a:sx n="100" d="100"/>
          <a:sy n="100" d="100"/>
        </p:scale>
        <p:origin x="1448" y="168"/>
      </p:cViewPr>
      <p:guideLst>
        <p:guide pos="2862"/>
        <p:guide orient="horz" pos="984"/>
        <p:guide orient="horz" pos="1498"/>
        <p:guide orient="horz" pos="1584"/>
        <p:guide orient="horz" pos="2089"/>
        <p:guide orient="horz" pos="2184"/>
        <p:guide orient="horz" pos="2697"/>
        <p:guide orient="horz" pos="2784"/>
        <p:guide orient="horz" pos="3293"/>
        <p:guide orient="horz" pos="3381"/>
        <p:guide orient="horz" pos="3888"/>
        <p:guide orient="horz"/>
        <p:guide pos="22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434A32-7511-8C43-93A3-DE9403D239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67D4B-0CFC-9A42-80C2-A558705BB3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B3A80-9212-694F-9646-09E5B1B63663}" type="datetimeFigureOut">
              <a:rPr lang="en-US" smtClean="0">
                <a:latin typeface="Bernina Sans Offc" panose="02000000000000000000" pitchFamily="2" charset="77"/>
              </a:rPr>
              <a:t>10/2/26</a:t>
            </a:fld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D3EF5-D65F-CE45-B8C0-982B5048D2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93D6A-87D5-7140-87ED-C6831CE61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22681-44E4-CF4F-8AB8-36CACAFE212E}" type="slidenum">
              <a:rPr lang="en-US" smtClean="0">
                <a:latin typeface="Bernina Sans Offc" panose="02000000000000000000" pitchFamily="2" charset="77"/>
              </a:rPr>
              <a:t>‹#›</a:t>
            </a:fld>
            <a:endParaRPr lang="en-US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747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Bernina Sans Offc" panose="02000000000000000000" pitchFamily="2" charset="77"/>
              </a:defRPr>
            </a:lvl1pPr>
          </a:lstStyle>
          <a:p>
            <a:fld id="{D0C2CEBF-44E1-424B-BDE3-1D18FF87BDBC}" type="datetimeFigureOut">
              <a:rPr lang="en-US" smtClean="0"/>
              <a:pPr/>
              <a:t>10/2/26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Bernina Sans Offc" panose="02000000000000000000" pitchFamily="2" charset="77"/>
              </a:defRPr>
            </a:lvl1pPr>
          </a:lstStyle>
          <a:p>
            <a:fld id="{E599A960-DA56-5541-9DBD-B49AD79C0B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3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sv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jpe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jpe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&#10;&#10;Description automatically generated">
            <a:extLst>
              <a:ext uri="{FF2B5EF4-FFF2-40B4-BE49-F238E27FC236}">
                <a16:creationId xmlns:a16="http://schemas.microsoft.com/office/drawing/2014/main" id="{DFA14054-1FFE-C980-BD15-B3129CAC9A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CED6E7-AECB-A1B7-029F-E3389363E7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3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EDDBF19D-3B7F-B245-9C7A-EB51B8498F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F52411-3A7F-2D9B-A02B-4BCABFABA45E}"/>
              </a:ext>
            </a:extLst>
          </p:cNvPr>
          <p:cNvSpPr/>
          <p:nvPr userDrawn="1"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82DB20-1962-F044-44D7-8541B55BB4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CF3DD0C-535E-6BC0-F190-A0FBED8F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A8388AB-B269-0DC6-427C-B30FDC830F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91664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C5B9020-6E03-334C-986D-E05A86DBB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235913-9932-8CEC-868A-5DB01F0470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BD677-5CE9-358D-4A7B-3BDEE786FE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39596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E7D75D4-43E7-270D-D565-069EBE2E23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69244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65D86-FF3A-49A1-F37B-59644F4F0855}"/>
              </a:ext>
            </a:extLst>
          </p:cNvPr>
          <p:cNvSpPr txBox="1">
            <a:spLocks/>
          </p:cNvSpPr>
          <p:nvPr userDrawn="1"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82263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ish&#10;&#10;Description automatically generated">
            <a:extLst>
              <a:ext uri="{FF2B5EF4-FFF2-40B4-BE49-F238E27FC236}">
                <a16:creationId xmlns:a16="http://schemas.microsoft.com/office/drawing/2014/main" id="{A65EB9F5-972E-375B-30FD-BBAF7F4B8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327F0-D028-FD31-50E5-2E6699770D57}"/>
              </a:ext>
            </a:extLst>
          </p:cNvPr>
          <p:cNvSpPr/>
          <p:nvPr userDrawn="1"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E0BBB9-8B5F-C8AF-AABC-A8FC3CB67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77B7DE-DCDA-0938-0E00-9037918A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E49A9E1-5327-C07F-6784-06F711111D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0944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9FD9982-A8FD-E7E3-47A9-0473DB9EF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3399E92-DBD7-5E15-0C5A-D438A64DB6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B4983A-2C8A-D1CC-A5E5-2BF922BF0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5737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51DBB13-E792-036D-608B-E172C13AC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8702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6BABE-FE67-87DE-BC1D-6DB5039D2F00}"/>
              </a:ext>
            </a:extLst>
          </p:cNvPr>
          <p:cNvSpPr txBox="1">
            <a:spLocks/>
          </p:cNvSpPr>
          <p:nvPr userDrawn="1"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E76441-B7F0-5133-F6B7-F5F0755144A7}"/>
              </a:ext>
            </a:extLst>
          </p:cNvPr>
          <p:cNvSpPr/>
          <p:nvPr userDrawn="1"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CE3751B3-EA28-4412-4506-5D2DA5A077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375441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FC8A18E-AE19-EBBE-A540-41124EAE2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423373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456722E-9B92-F684-918E-25D2F9140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453021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2826-8400-07B4-DCF7-20AF6FCF7F43}"/>
              </a:ext>
            </a:extLst>
          </p:cNvPr>
          <p:cNvSpPr txBox="1">
            <a:spLocks/>
          </p:cNvSpPr>
          <p:nvPr userDrawn="1"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11950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fish&#10;&#10;Description automatically generated">
            <a:extLst>
              <a:ext uri="{FF2B5EF4-FFF2-40B4-BE49-F238E27FC236}">
                <a16:creationId xmlns:a16="http://schemas.microsoft.com/office/drawing/2014/main" id="{F7FB42EA-2426-8F04-B39C-53E651E11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50A622-3F2A-EFC5-39E8-DA04700BAC6C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7FF95D-8C1B-F8E2-9ADC-688F4973EE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28BA292-384D-E824-1A3F-32491637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E9F74001-785E-B473-9E8F-D73AAA9C6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EE86146-3554-EE6F-7C35-631702E8B1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D7F517-6C9A-08E9-34EB-28DC410F4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FEEEFE90-ED08-EF75-2DA7-44B3A2832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95E7D5F-4543-CEC7-317D-97E4B03DF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E3BC3-815E-0C45-A703-4A1310B6CEDA}"/>
              </a:ext>
            </a:extLst>
          </p:cNvPr>
          <p:cNvSpPr txBox="1">
            <a:spLocks/>
          </p:cNvSpPr>
          <p:nvPr userDrawn="1"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447DE-B5D4-7E67-69F8-5786EF6367B7}"/>
              </a:ext>
            </a:extLst>
          </p:cNvPr>
          <p:cNvSpPr/>
          <p:nvPr userDrawn="1"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DFAF2102-64C3-3154-AE3B-C6D43854D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2922EB90-D21D-44F8-3E50-D822903F77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346AF72-41A1-2955-84BC-3307BFAD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37190-E2FB-1315-D763-AEE87B50A941}"/>
              </a:ext>
            </a:extLst>
          </p:cNvPr>
          <p:cNvSpPr txBox="1">
            <a:spLocks/>
          </p:cNvSpPr>
          <p:nvPr userDrawn="1"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826C9D9-419F-3091-21AE-1C750633D134}"/>
              </a:ext>
            </a:extLst>
          </p:cNvPr>
          <p:cNvSpPr/>
          <p:nvPr userDrawn="1"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D052FBA7-CA57-88EB-3D95-D75DC9F599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3EF82A7C-C571-AAA2-E95F-92D30A4AD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B912C700-29FA-912F-CD8D-F9C8FAE08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8FF0D-8584-4AE2-7132-B10BBA5EB7C4}"/>
              </a:ext>
            </a:extLst>
          </p:cNvPr>
          <p:cNvSpPr txBox="1">
            <a:spLocks/>
          </p:cNvSpPr>
          <p:nvPr userDrawn="1"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40788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fish&#10;&#10;Description automatically generated">
            <a:extLst>
              <a:ext uri="{FF2B5EF4-FFF2-40B4-BE49-F238E27FC236}">
                <a16:creationId xmlns:a16="http://schemas.microsoft.com/office/drawing/2014/main" id="{9FFEA0F8-DB52-A8AE-FFAF-61E8990D1D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4134D2B-B928-C698-8D9B-1444C15DC12E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303FA75-1DD8-DF9D-76DA-720497361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0BA74E5-4CE8-76EC-5FFF-73C8C960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0839E2D0-8966-A9CA-64E8-C76A603BF4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B151CA7-B681-7233-4200-AFAEC67A7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155C29-0DBA-B3C1-DF0B-39AA939879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DBDE6A34-4CD4-7B64-57E6-73461F7160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4AFDEF1-EC74-BCB1-AE9A-A097A5A02E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D814F-D084-7FAB-E5E3-25FC122F8BA9}"/>
              </a:ext>
            </a:extLst>
          </p:cNvPr>
          <p:cNvSpPr txBox="1">
            <a:spLocks/>
          </p:cNvSpPr>
          <p:nvPr userDrawn="1"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23FCDDC-64B9-B95F-AA11-30C027B447B7}"/>
              </a:ext>
            </a:extLst>
          </p:cNvPr>
          <p:cNvSpPr/>
          <p:nvPr userDrawn="1"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BFCD5256-FA45-6B95-25B7-EC1AC0BA0E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C377F137-6319-3FD9-6219-2D07730B6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54F9DE84-669D-76C4-8484-A9A78B050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FD69D-1ECA-622F-3902-DBC2894B2D74}"/>
              </a:ext>
            </a:extLst>
          </p:cNvPr>
          <p:cNvSpPr txBox="1">
            <a:spLocks/>
          </p:cNvSpPr>
          <p:nvPr userDrawn="1"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A16130-E559-9889-1123-2491D58E8C74}"/>
              </a:ext>
            </a:extLst>
          </p:cNvPr>
          <p:cNvSpPr/>
          <p:nvPr userDrawn="1"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1A8321EC-81F6-C1C0-1795-53DC439BB0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08488EF4-F8FE-315F-C156-1FEC85AD14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DAFD4733-A34B-4C32-D32B-43D5C16A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0C8BC-D341-3102-0775-184FEB5ACCE3}"/>
              </a:ext>
            </a:extLst>
          </p:cNvPr>
          <p:cNvSpPr txBox="1">
            <a:spLocks/>
          </p:cNvSpPr>
          <p:nvPr userDrawn="1"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4E3D2A4-5F6B-3940-7516-08995383B923}"/>
              </a:ext>
            </a:extLst>
          </p:cNvPr>
          <p:cNvSpPr/>
          <p:nvPr userDrawn="1"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54" name="Picture Placeholder 15">
            <a:extLst>
              <a:ext uri="{FF2B5EF4-FFF2-40B4-BE49-F238E27FC236}">
                <a16:creationId xmlns:a16="http://schemas.microsoft.com/office/drawing/2014/main" id="{2FB14771-E2E8-1470-0848-A5B7D5E044D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F20218C9-7AA2-6166-94B7-37E528E29A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78CEF6F2-1E75-D03C-E81E-FB19DA708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F02031-3613-8282-8130-9E1BBE787E6B}"/>
              </a:ext>
            </a:extLst>
          </p:cNvPr>
          <p:cNvSpPr txBox="1">
            <a:spLocks/>
          </p:cNvSpPr>
          <p:nvPr userDrawn="1"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350081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10FD834-2110-54AF-FD17-1BC5F67BD7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 userDrawn="1"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 userDrawn="1"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 userDrawn="1"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45663A-D8FC-AAD5-270D-67BEDF84A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9349" y="3038868"/>
            <a:ext cx="9813301" cy="451983"/>
          </a:xfrm>
        </p:spPr>
        <p:txBody>
          <a:bodyPr wrap="square" tIns="0" bIns="0" anchor="b">
            <a:sp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597D75F-6067-CFE0-A18B-641E415B3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9349" y="3500426"/>
            <a:ext cx="9813302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630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3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034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2B0EA1A4-42B7-74AA-17AD-B6EA85C8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44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4BBD51E-29A2-84F2-B441-8980D97832F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2075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40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40560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8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89008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5A2E67-CB89-4296-0FBE-200AC24B51F4}"/>
              </a:ext>
            </a:extLst>
          </p:cNvPr>
          <p:cNvSpPr/>
          <p:nvPr userDrawn="1"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835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10057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5219789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008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 userDrawn="1"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 userDrawn="1"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726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1548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767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767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1050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981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9981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55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5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Box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00FEC0-8441-96D2-E89C-02B0AC92E2DB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470C65D6-BC0D-4BB8-7940-044366DA3A4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1FD1294-FECA-E138-F896-2BADB65878C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B43538-DD19-B367-70C2-D23109AEDCAB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E794B28-C770-D714-0858-91A20F591C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737F78C-5BC5-59A0-0A4B-473ED4CCB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88C0-BA85-66B3-5D4F-45FDA56C3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925FF-623D-8281-CC61-CCF33FFC5A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41A7A0-CC4E-DCD1-047C-970393EB9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BFE8C7-309E-C2BD-1896-B5A95670A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993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5724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953741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4FD4156A-0C1D-7C93-61AD-DF544AB38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5485827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8478188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 userDrawn="1"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406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6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DT Flow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20590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66987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12775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814641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39474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225425"/>
            <a:ext cx="11499305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99944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76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5156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Screenshots"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96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2476A-1A82-F1FF-EF55-B8FA08B4CA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375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A4CDB2-431A-F9AA-DC7E-F1CD939333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34073"/>
            <a:ext cx="5679130" cy="4860976"/>
          </a:xfrm>
          <a:prstGeom prst="rect">
            <a:avLst/>
          </a:prstGeom>
          <a:solidFill>
            <a:srgbClr val="030C16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34073"/>
            <a:ext cx="5219789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6464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A3574-08A8-2145-809F-8B3DDCE38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 userDrawn="1"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 userDrawn="1"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788CC257-AACC-A212-27F8-F07276F3B7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120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741C60-3652-8C47-0877-54494453FC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9120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4D851B2-2870-AF8F-B51E-FD68A54F24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072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528986D-6040-B46E-7DC7-287B95DF1C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072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7260924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82526-13BC-DC86-FD8A-0654F8592A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BA93F34C-BA8D-F410-9D55-A6E28ABA6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E9A7006-29DC-7A7A-1FE5-AF3E9F3C20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C1D30C2-26E0-A801-C710-1954E3F7CA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ED862F-B5C1-985C-77C0-B78D247606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62429F6-69D5-6B72-2366-2AED9795EC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077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215347FE-C0A6-602F-859E-8421E8B3A5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6077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130115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78AEDE4C-584F-11CE-0E42-7321AE1C11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8617105-716D-12D5-9B44-AAD4CBB0F2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58B8BD4-011E-C228-0230-6721FA0DC6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D4754F1-46CB-A3F0-1370-31AEF31A83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016C7CF-7490-AB35-6744-71D92B0B00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780FE8E-B3A9-6DDD-C01C-92F3E79471B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F7D2E3E7-5466-D971-8C68-3F485A97D8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444E2549-ABEE-5DAC-B1E9-9A7D4B6D89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83585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Box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E31917-B5FE-6DD5-0953-C666777AA45A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B459EC-C6EA-0E99-8DE1-6D854EF193F2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CF234-9377-9ED5-8DD6-85F8C3D79431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FB9BD-3AA1-54A6-CA30-BFF05C32B032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1F0D752A-E897-9E70-2CD8-976FDC9CAE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4BF71120-9ABC-2DD0-3565-9E3154E3767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9CFA1C8-DFC7-F326-DB98-4997DCA0A1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62261AA-311B-D6EE-E3A0-395354A46C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9E2D50D8-0EBD-B6B5-B807-D5B57EE040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DC513B4-D3EE-0A72-9251-108A220EB97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218DF1-C09B-947A-9A59-CCED12F5A10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AF8D8741-7940-0034-674C-652C5127B8B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A8A269-CF9E-9EBA-692B-11767DD8F0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771A1-178C-2490-EF6E-AD9A024E03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AD41A0-211F-F5D6-06A2-0F4F89C70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2D1C95-27D2-0232-2612-BA0DE0C755C4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D94C32C-FF8B-81AE-7BDD-F923AB54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150593F0-B8C5-41D9-D1A3-E681D8317B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1A8AF49-436C-2468-E5E1-23E5780D9280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2818667E-1EC2-4513-46A5-858A3DEDE6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B4A3E790-F2B5-8D06-CB54-20FC1F0245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B67F04-E751-F8D1-4A09-B11E12F17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7AC95C9-F2A8-081F-5881-396F8E150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D23792-1F1C-A0A1-7FB2-6F022C8C49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894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9FF272-8EEE-A80E-ADC9-799E7483D9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32778783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28DC68-5CBD-016B-7111-4DD13DDBC1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8337475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3ECC27-9DAE-13F5-48E0-89D79469B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627491DA-93EF-8AE0-2E21-28B0095E3A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5313488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64F7CE-B3CE-A325-CEAC-1B9EC546A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33902153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1D7C3E-3EF5-C5AF-4214-681F88C03390}"/>
              </a:ext>
            </a:extLst>
          </p:cNvPr>
          <p:cNvGrpSpPr/>
          <p:nvPr userDrawn="1"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A10EC5-8486-D8F8-05D3-7FBEA68FB157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01C2CE-4DE4-083F-D0E7-98E0A5A9596B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801D1-5C28-82BB-829F-F738D459D88E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54F5D2-8071-0C35-4BAD-D954845E2DFF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799BB1-B650-AF17-ABEF-7694536ED8B9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78EC20-2482-598C-0A24-0F6636CE39BD}"/>
              </a:ext>
            </a:extLst>
          </p:cNvPr>
          <p:cNvGrpSpPr/>
          <p:nvPr userDrawn="1"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216439-BAC3-6982-AF4D-35B8E8C31AD6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BEAC22-6374-108B-EAA4-74BF37D98B11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771C18-09D6-CDB8-9660-9B12FD5F8C8D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8688D6-BC4F-E8ED-7F9D-120028527E24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E0E71-7FD3-ED66-EB7E-9AEE9EAB8E4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sp>
        <p:nvSpPr>
          <p:cNvPr id="17" name="Title 2">
            <a:extLst>
              <a:ext uri="{FF2B5EF4-FFF2-40B4-BE49-F238E27FC236}">
                <a16:creationId xmlns:a16="http://schemas.microsoft.com/office/drawing/2014/main" id="{5EB05E6E-BB07-4B46-EE5A-DB7DE06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75E737-F934-F65B-D56B-CD3865BAA69F}"/>
              </a:ext>
            </a:extLst>
          </p:cNvPr>
          <p:cNvGrpSpPr/>
          <p:nvPr userDrawn="1"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408F2F-B96C-5C0D-AF6A-59985E8903FD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C8FB4-C951-CB8B-3A84-FD7D09593016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44ADC2-AD14-CC65-7F61-0A5E52CD4E24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45D204-1BCD-D02B-1C07-9C0D878811E1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03B0AA-4E2E-F34C-507B-7A19369136E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9F116BE-1FE0-9A4E-8367-BF9D2E285890}"/>
              </a:ext>
            </a:extLst>
          </p:cNvPr>
          <p:cNvSpPr/>
          <p:nvPr userDrawn="1"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1809A1-533E-7136-9CF4-BB982CFD449F}"/>
              </a:ext>
            </a:extLst>
          </p:cNvPr>
          <p:cNvSpPr/>
          <p:nvPr userDrawn="1"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AAAD6-C84B-5897-976C-73CC354FDB46}"/>
              </a:ext>
            </a:extLst>
          </p:cNvPr>
          <p:cNvSpPr/>
          <p:nvPr userDrawn="1"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63CBF-12B4-A5F2-E0A6-75F9038B785C}"/>
              </a:ext>
            </a:extLst>
          </p:cNvPr>
          <p:cNvSpPr/>
          <p:nvPr userDrawn="1"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DD7F3-CAEB-AFC5-9417-841120A3308F}"/>
              </a:ext>
            </a:extLst>
          </p:cNvPr>
          <p:cNvSpPr/>
          <p:nvPr userDrawn="1"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4183BD69-6818-CB06-6034-CE00A4BFBF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1547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A117B71B-3EC8-B92C-A314-67697593EC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1547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1" name="Text Placeholder 25">
            <a:extLst>
              <a:ext uri="{FF2B5EF4-FFF2-40B4-BE49-F238E27FC236}">
                <a16:creationId xmlns:a16="http://schemas.microsoft.com/office/drawing/2014/main" id="{DF407200-7C26-CDE8-BBBB-7AF404F60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9548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2" name="Text Placeholder 25">
            <a:extLst>
              <a:ext uri="{FF2B5EF4-FFF2-40B4-BE49-F238E27FC236}">
                <a16:creationId xmlns:a16="http://schemas.microsoft.com/office/drawing/2014/main" id="{17F54D61-54CE-0A36-4145-3BD9FFDF24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9548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4AE5EEEC-E17B-F5BF-A17E-6CEF57C8C8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450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8411F3C6-480A-ADB0-92D9-CC1B53BC2A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0450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1A4DDBDD-B6F1-FD7C-B53F-F4F6A0DDD7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28270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953158F9-183F-6A33-00F9-9DCE8EA70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270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878F3C0E-57BB-32F7-B0E0-ED45AFC8DD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37606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A7539808-3059-CE5A-C181-963DA76F52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37606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5024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390C8192-549F-68A2-E621-E7B24AA54EEF}"/>
              </a:ext>
            </a:extLst>
          </p:cNvPr>
          <p:cNvSpPr/>
          <p:nvPr userDrawn="1"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65F7D829-E863-B2A6-A956-579C27E92A0D}"/>
              </a:ext>
            </a:extLst>
          </p:cNvPr>
          <p:cNvSpPr/>
          <p:nvPr userDrawn="1"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00FA73C-2D10-F163-67A0-F1E85BF24FF0}"/>
              </a:ext>
            </a:extLst>
          </p:cNvPr>
          <p:cNvSpPr/>
          <p:nvPr userDrawn="1"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itle 5">
            <a:extLst>
              <a:ext uri="{FF2B5EF4-FFF2-40B4-BE49-F238E27FC236}">
                <a16:creationId xmlns:a16="http://schemas.microsoft.com/office/drawing/2014/main" id="{5373FD89-520C-E7F2-0328-27EEB0D0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20729A04-2707-B233-5440-DBC34C589D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3940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B3CA3EA3-4B6C-6B10-5AF6-62373DA56F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0484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58C12D1-A119-C14D-0CE1-2BC3FE252C0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940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08E485E9-5DA4-5440-C217-15C5B498432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2110478"/>
            <a:ext cx="276865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rgbClr val="00C68D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DF94AF14-78CF-DDC2-F374-FC0DDFDAB2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2110479"/>
            <a:ext cx="2697804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2" name="Text Placeholder 25">
            <a:extLst>
              <a:ext uri="{FF2B5EF4-FFF2-40B4-BE49-F238E27FC236}">
                <a16:creationId xmlns:a16="http://schemas.microsoft.com/office/drawing/2014/main" id="{F32C6A6F-DEB4-03FF-FC38-543F0DC742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2110479"/>
            <a:ext cx="278036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2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2802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B3DA23-E7E2-E8D2-234F-69C913219446}"/>
              </a:ext>
            </a:extLst>
          </p:cNvPr>
          <p:cNvSpPr/>
          <p:nvPr userDrawn="1"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9474C84-AA68-E63B-C3F4-7803595369E7}"/>
              </a:ext>
            </a:extLst>
          </p:cNvPr>
          <p:cNvSpPr/>
          <p:nvPr userDrawn="1"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4477FB2-A8EE-9DAC-63DD-EA902A0F2BD5}"/>
              </a:ext>
            </a:extLst>
          </p:cNvPr>
          <p:cNvSpPr/>
          <p:nvPr userDrawn="1"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61E8D07B-ACFC-0EC3-725D-828A57E3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76E0A01-8FA3-1077-DE64-BEDF503515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86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00BBD5A4-29A6-37D6-F4C3-FB66D7F7BA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41243" y="4480772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D25ADC24-DFE1-5A45-BAED-8DC9C739D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3552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8C06E0D-04C6-0B74-66FB-DE61D53C574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3611803"/>
            <a:ext cx="276865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059C577-EF45-66DB-C133-D72F183F0C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3611803"/>
            <a:ext cx="2697804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9164CD1-1F81-16ED-ABC6-14016482E3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3611803"/>
            <a:ext cx="278036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1287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F28D52-11AE-6ED2-2F9C-2377B354691A}"/>
              </a:ext>
            </a:extLst>
          </p:cNvPr>
          <p:cNvSpPr/>
          <p:nvPr userDrawn="1"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113FC8-81F2-AF79-C350-1B21A4B560A0}"/>
              </a:ext>
            </a:extLst>
          </p:cNvPr>
          <p:cNvSpPr/>
          <p:nvPr userDrawn="1"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261C3A7-FEDF-0A59-8F92-FCC03B744146}"/>
              </a:ext>
            </a:extLst>
          </p:cNvPr>
          <p:cNvSpPr/>
          <p:nvPr userDrawn="1"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5">
            <a:extLst>
              <a:ext uri="{FF2B5EF4-FFF2-40B4-BE49-F238E27FC236}">
                <a16:creationId xmlns:a16="http://schemas.microsoft.com/office/drawing/2014/main" id="{E90F214F-C836-9EAA-7810-36CF340F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5327835-402C-8DE4-D899-9D30DA806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4232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8D5483D-3ACD-6EE3-9FB0-2569CA1BA63B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601496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3600AE2-EA88-2FED-6049-C21CC279476B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8278760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44B81D7-954A-BF66-B803-E76FC3E794B1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924232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6AA9F7C-912F-441F-6020-893559F4D4C0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4601496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D5F10-3E15-F9DF-B642-0CB01C2DEA57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8278760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231931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DF94EA6F-67D2-2D1D-DE6C-2FE10A5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32" y="225425"/>
            <a:ext cx="11384826" cy="827088"/>
          </a:xfrm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05F699FC-F872-4F2D-0FC3-2A86B8B5B8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603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90D9F3D-EE26-901E-9C23-D8E1F231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86425" y="4516969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29A68A22-F747-24E4-34E3-BB07606958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74638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FACBCFFC-4E68-5A92-BB2A-AFC48378A8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77482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0788435-413D-7D3C-223A-30AC9CF427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1790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8395F50B-0280-E25D-54E9-88AC3DBD79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70609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0293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013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14C391A5-9B68-C98F-D776-E0BDEFAD57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112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ECB9B5A0-8635-B513-9571-388F0D5A3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9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6983481D-3CD6-FE57-D95F-94D32C8CEB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737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951F4-8445-44AF-F977-7CF2D82D1C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328C6-5E43-20CC-F085-7A84DCDEF258}"/>
              </a:ext>
            </a:extLst>
          </p:cNvPr>
          <p:cNvCxnSpPr>
            <a:cxnSpLocks/>
          </p:cNvCxnSpPr>
          <p:nvPr userDrawn="1"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47F21-6639-B514-2F1B-96D59A162F1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8EE40E-31F0-BA47-078B-097048A4ACA5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CBDFF8-774C-2F99-982F-40B1C46229A3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98F95D0-919A-5034-A713-2165538AD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1279-FC64-D4DA-A922-54D697E2838A}"/>
              </a:ext>
            </a:extLst>
          </p:cNvPr>
          <p:cNvSpPr txBox="1"/>
          <p:nvPr userDrawn="1"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F307E-7EA2-779E-FD2F-410838C693A4}"/>
              </a:ext>
            </a:extLst>
          </p:cNvPr>
          <p:cNvSpPr txBox="1"/>
          <p:nvPr userDrawn="1"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C6EAC-53C0-46DC-34E3-1A8C25CD4210}"/>
              </a:ext>
            </a:extLst>
          </p:cNvPr>
          <p:cNvSpPr txBox="1"/>
          <p:nvPr userDrawn="1"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CCAB8-AABE-0FEF-3201-9592336DEE28}"/>
              </a:ext>
            </a:extLst>
          </p:cNvPr>
          <p:cNvSpPr txBox="1"/>
          <p:nvPr userDrawn="1"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2C4D-D075-AFF6-8D63-38331922FADF}"/>
              </a:ext>
            </a:extLst>
          </p:cNvPr>
          <p:cNvSpPr txBox="1"/>
          <p:nvPr userDrawn="1"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50F81-CC07-9D20-A4F2-53A5540C40AC}"/>
              </a:ext>
            </a:extLst>
          </p:cNvPr>
          <p:cNvSpPr txBox="1"/>
          <p:nvPr userDrawn="1"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53889-A29E-9613-9DE4-8983B9E4E13F}"/>
              </a:ext>
            </a:extLst>
          </p:cNvPr>
          <p:cNvSpPr txBox="1"/>
          <p:nvPr userDrawn="1"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E2FFAE-3D49-A2E3-2FB9-EE404301DDAC}"/>
              </a:ext>
            </a:extLst>
          </p:cNvPr>
          <p:cNvSpPr txBox="1"/>
          <p:nvPr userDrawn="1"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26493-F234-486C-415F-130F7305EFA4}"/>
              </a:ext>
            </a:extLst>
          </p:cNvPr>
          <p:cNvSpPr txBox="1"/>
          <p:nvPr userDrawn="1"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DCCF-C70E-173C-B430-8F97A94A7EE6}"/>
              </a:ext>
            </a:extLst>
          </p:cNvPr>
          <p:cNvSpPr txBox="1"/>
          <p:nvPr userDrawn="1"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692370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24299-3911-C967-F554-54B90E577995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FD4347-E828-76AB-B11D-F9F5D3E3B2F8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BFB79ED-A0D4-F89B-323E-E6D1FC85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08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2A1EA4FF-DE2D-7CA8-05D1-FB9E74E284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 userDrawn="1"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 userDrawn="1"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329204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A1EF22-91BD-AEDA-154A-5BD02598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CDB1192-6647-C04E-C677-3094EF780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371599"/>
            <a:ext cx="11306175" cy="48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8915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C673CB-DC5F-E85D-885D-8FEA2B37F6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13779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429000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187335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196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4C23A9-51A4-DC1D-5B2F-552D55C023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286566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786730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266047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562525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2292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6D65AC1-60C7-5E24-6F98-63B8CC0229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204434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965408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349725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64620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 userDrawn="1"/>
        </p:nvSpPr>
        <p:spPr>
          <a:xfrm>
            <a:off x="7577161" y="3710289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98225" y="3631355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7003" y="4015672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003" y="4312150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9161079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1F843CA-CC65-0BBF-D197-CD53CF7EF4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484284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780762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 userDrawn="1"/>
        </p:nvSpPr>
        <p:spPr>
          <a:xfrm>
            <a:off x="7577161" y="283388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98225" y="2754953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7003" y="3139270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003" y="3435748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2E89DD-8873-2840-7607-D8284EC9B387}"/>
              </a:ext>
            </a:extLst>
          </p:cNvPr>
          <p:cNvSpPr/>
          <p:nvPr userDrawn="1"/>
        </p:nvSpPr>
        <p:spPr>
          <a:xfrm>
            <a:off x="7577161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882B00A-F244-0E33-BAAA-35B84E1190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498225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705C819-9F8C-7E13-968B-A4A3B970B3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47003" y="4794257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E2D0903-E01D-EDB3-4701-CBDD33534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47003" y="5090735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21468329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08C8FE4-69DE-514C-8E2A-CCD83102C2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650680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962148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 userDrawn="1"/>
        </p:nvSpPr>
        <p:spPr>
          <a:xfrm>
            <a:off x="7577161" y="2003095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98225" y="1924161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7003" y="2308478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003" y="2619946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2E89DD-8873-2840-7607-D8284EC9B387}"/>
              </a:ext>
            </a:extLst>
          </p:cNvPr>
          <p:cNvSpPr/>
          <p:nvPr userDrawn="1"/>
        </p:nvSpPr>
        <p:spPr>
          <a:xfrm>
            <a:off x="7577161" y="3660893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882B00A-F244-0E33-BAAA-35B84E1190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498225" y="3581959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705C819-9F8C-7E13-968B-A4A3B970B3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47003" y="3966276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E2D0903-E01D-EDB3-4701-CBDD33534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47003" y="4277744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7306DE0-9B3C-6A5D-F988-01E9AC8F8670}"/>
              </a:ext>
            </a:extLst>
          </p:cNvPr>
          <p:cNvSpPr/>
          <p:nvPr userDrawn="1"/>
        </p:nvSpPr>
        <p:spPr>
          <a:xfrm>
            <a:off x="7577161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48EE8DB5-3C8C-1D78-D71F-69C14FD6B49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98225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0A4E7C86-2DC6-AE89-F005-3E42581231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47003" y="5624075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F323A593-45D1-7ABA-76FD-F689ECED25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7003" y="593554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377224795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A1EF22-91BD-AEDA-154A-5BD02598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CDB1192-6647-C04E-C677-3094EF780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371599"/>
            <a:ext cx="11306175" cy="48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08187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6B9587A-17F9-DC73-1AE7-FB5651FF1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90700" y="2778767"/>
            <a:ext cx="8085847" cy="677943"/>
          </a:xfrm>
        </p:spPr>
        <p:txBody>
          <a:bodyPr wrap="square" tIns="0" bIns="0" anchor="b">
            <a:spAutoFit/>
          </a:bodyPr>
          <a:lstStyle>
            <a:lvl1pPr algn="l">
              <a:defRPr sz="4800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B7E4E-D906-E666-0421-A39F2A511A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90698" y="3417125"/>
            <a:ext cx="8085847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702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4273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80916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B53751-5DD7-9BE6-9859-79766A3C1490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8B178A0A-C7B5-E965-67C9-18E4103963D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ADDDFF-C458-25FE-059B-D86802A42C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49F26-C5CC-FA1D-EB87-2EADB7364128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0CA13E23-9DF7-0544-F5DA-BDF7AD60CD9F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6D342-E60E-44D5-1A6A-A75AB1D82E7E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584630-27D6-2A0A-06DE-D21790ED7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71599"/>
            <a:ext cx="5423049" cy="486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72C2A20-9FB8-DE67-7EAB-9FDCE96A97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5837E271-D7C2-FB22-0FEE-8EA1624076B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1395991"/>
            <a:ext cx="5562600" cy="484129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89456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images wti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1"/>
            <a:ext cx="5389228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79454" y="1395991"/>
            <a:ext cx="5389228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18F0AFCB-129F-2107-E2F5-649D81D3B8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3570" y="3861808"/>
            <a:ext cx="5388937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4BDEF24D-F932-4FB4-2893-6925CB43509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3400" y="4215788"/>
            <a:ext cx="5389228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4E28513C-F9DE-6F77-E4D2-8E224AB5DB5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9454" y="3861808"/>
            <a:ext cx="5388937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8A5FA855-371E-1507-7189-3A5815B1BBD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79454" y="4215788"/>
            <a:ext cx="5389228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87967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ti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EEE6A29-236F-05FE-3939-397481CD9B5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1"/>
            <a:ext cx="3547872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275C49E7-2CED-8EE8-8DF9-B41BD20C3B0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22160" y="1395991"/>
            <a:ext cx="3547872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16B66167-545F-D14B-959B-77B24FEAF9C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120810" y="1395991"/>
            <a:ext cx="3547872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C8852DA-A3FD-E33A-6F32-2B751FDAC5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495" y="3853330"/>
            <a:ext cx="3547872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4882EA85-5834-3ED1-B0ED-7FF621F099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22064" y="3853330"/>
            <a:ext cx="3547872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CDE17024-BB2A-1459-EBD5-8EF389ACF7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0714" y="3853330"/>
            <a:ext cx="3547872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D6118AF4-7D97-F062-9331-01DBE044979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33400" y="4207310"/>
            <a:ext cx="3548063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3F7063E-CCA8-5816-338D-ED77F626D8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7010" y="4207310"/>
            <a:ext cx="3548063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94515AEC-7022-4740-EB03-7B858291B91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20619" y="4207310"/>
            <a:ext cx="3548063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02005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08776" y="139599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33400" y="405548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08776" y="405548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8980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4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22160" y="1395994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20810" y="1395994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3400" y="3907851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22160" y="3907851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20810" y="3907851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28465F-8C3F-C332-C66E-EDCCE53A6537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4331EB05-B211-2474-D150-652BFA4E8E96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2F791-0A10-2339-9781-DFBC0E2A9EA0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4905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33400" y="1395990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22160" y="1395990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20810" y="1395990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533400" y="3167564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322160" y="3167564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20810" y="3167564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33400" y="4939137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322160" y="4939137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20810" y="4939137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E14719-3DA5-3554-A4D9-0995B82190F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2B0381C3-23A3-2228-C20A-EA265C8F877C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C41DB6-1E26-8033-B111-86CF0D61EF20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B94BB3-2F7C-63A3-993D-DD5C46CC4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9887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7200000">
            <a:off x="3872879" y="574212"/>
            <a:ext cx="13143781" cy="8548397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376313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B53751-5DD7-9BE6-9859-79766A3C1490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8B178A0A-C7B5-E965-67C9-18E4103963D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ADDDFF-C458-25FE-059B-D86802A42C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0C780D-3802-1E0F-EB42-D8566DE0233F}"/>
              </a:ext>
            </a:extLst>
          </p:cNvPr>
          <p:cNvSpPr/>
          <p:nvPr userDrawn="1"/>
        </p:nvSpPr>
        <p:spPr>
          <a:xfrm>
            <a:off x="-1430581" y="-3523979"/>
            <a:ext cx="14541274" cy="3513221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12CA8-71F7-74E4-A2C7-62290A758D08}"/>
              </a:ext>
            </a:extLst>
          </p:cNvPr>
          <p:cNvSpPr/>
          <p:nvPr userDrawn="1"/>
        </p:nvSpPr>
        <p:spPr>
          <a:xfrm>
            <a:off x="-2038981" y="6858000"/>
            <a:ext cx="17171914" cy="4536831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8DAB6E-0194-0555-729E-79D73A74103C}"/>
              </a:ext>
            </a:extLst>
          </p:cNvPr>
          <p:cNvSpPr/>
          <p:nvPr userDrawn="1"/>
        </p:nvSpPr>
        <p:spPr>
          <a:xfrm>
            <a:off x="-3959541" y="-1862125"/>
            <a:ext cx="3934872" cy="10582249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D31E11-ED10-B425-BEB9-999B9FFC366A}"/>
              </a:ext>
            </a:extLst>
          </p:cNvPr>
          <p:cNvSpPr/>
          <p:nvPr userDrawn="1"/>
        </p:nvSpPr>
        <p:spPr>
          <a:xfrm flipH="1">
            <a:off x="12191999" y="-1862125"/>
            <a:ext cx="5145997" cy="10582249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5219789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E53B2-E540-46DD-3A31-86EA2C7A52FB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49F26-C5CC-FA1D-EB87-2EADB7364128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0CA13E23-9DF7-0544-F5DA-BDF7AD60CD9F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6D342-E60E-44D5-1A6A-A75AB1D82E7E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1729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2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E45A2-E8B2-3F04-11DA-58E25FD6E977}"/>
              </a:ext>
            </a:extLst>
          </p:cNvPr>
          <p:cNvSpPr/>
          <p:nvPr userDrawn="1"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033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6B8759FB-B2A2-3940-9BAD-5ACAC76855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4" b="6984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AC4185A-6784-2802-96E6-39318BE0A7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243666"/>
            <a:ext cx="12192000" cy="11853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A97EB3-1EF5-788C-B6DE-6922C27A4033}"/>
              </a:ext>
            </a:extLst>
          </p:cNvPr>
          <p:cNvSpPr/>
          <p:nvPr userDrawn="1"/>
        </p:nvSpPr>
        <p:spPr>
          <a:xfrm>
            <a:off x="0" y="3025886"/>
            <a:ext cx="12192000" cy="3832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2716547"/>
            <a:ext cx="7603807" cy="1990616"/>
          </a:xfrm>
        </p:spPr>
        <p:txBody>
          <a:bodyPr bIns="180000" anchor="b">
            <a:noAutofit/>
          </a:bodyPr>
          <a:lstStyle>
            <a:lvl1pPr algn="l">
              <a:defRPr lang="en-US" sz="4400" b="1" i="0" kern="1200" dirty="0">
                <a:gradFill flip="none" rotWithShape="1">
                  <a:gsLst>
                    <a:gs pos="100000">
                      <a:srgbClr val="1696FF"/>
                    </a:gs>
                    <a:gs pos="0">
                      <a:srgbClr val="7049FE"/>
                    </a:gs>
                  </a:gsLst>
                  <a:lin ang="10800000" scaled="1"/>
                  <a:tileRect/>
                </a:gradFill>
                <a:latin typeface="Bernina Sans Offc" panose="02000000000000000000" pitchFamily="2" charset="77"/>
                <a:ea typeface="Aktiv Grotesk" panose="020B0504020202020204" pitchFamily="34" charset="0"/>
                <a:cs typeface="Aktiv Grotesk" panose="020B05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Divider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56E1A-64FA-C142-A76E-B4CBC97D8F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4707163"/>
            <a:ext cx="7603807" cy="1169762"/>
          </a:xfrm>
        </p:spPr>
        <p:txBody>
          <a:bodyPr tIns="18000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Optional Subtitle</a:t>
            </a:r>
            <a:r>
              <a:rPr lang="zh-TW" altLang="en-US"/>
              <a:t> </a:t>
            </a:r>
            <a:r>
              <a:rPr lang="en-US" altLang="zh-TW"/>
              <a:t>or</a:t>
            </a:r>
            <a:r>
              <a:rPr lang="zh-TW" altLang="en-US"/>
              <a:t> </a:t>
            </a:r>
            <a:r>
              <a:rPr lang="en-US" altLang="zh-TW"/>
              <a:t>Date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37BEF3-F8F9-FAAE-8112-FF9F1BA99E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8639" y="6446585"/>
            <a:ext cx="1040448" cy="181666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EF0B8BE-C703-1092-CE31-66F1F3F02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B6E4382-32A0-354F-B132-8F7705CA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DC06BD2-AAC9-C2B5-EE20-8C340005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912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400" b="0" i="0">
                <a:latin typeface="Bernina Sans Offc" panose="02000000000000000000" pitchFamily="2" charset="77"/>
              </a:defRPr>
            </a:lvl1pPr>
            <a:lvl2pPr>
              <a:defRPr sz="1800" b="0" i="0">
                <a:latin typeface="Bernina Sans Offc" panose="02000000000000000000" pitchFamily="2" charset="77"/>
              </a:defRPr>
            </a:lvl2pPr>
            <a:lvl3pPr>
              <a:defRPr sz="1600" b="0" i="0">
                <a:latin typeface="Bernina Sans Offc" panose="02000000000000000000" pitchFamily="2" charset="77"/>
              </a:defRPr>
            </a:lvl3pPr>
            <a:lvl4pPr>
              <a:defRPr sz="1400" b="0" i="0">
                <a:latin typeface="Bernina Sans Offc" panose="02000000000000000000" pitchFamily="2" charset="77"/>
              </a:defRPr>
            </a:lvl4pPr>
            <a:lvl5pPr>
              <a:defRPr sz="1200"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4BEDC4-172A-BF78-4D8D-3D33DDCF9FB2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133975" y="237331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78318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6505E38E-F8D9-A44B-A29A-B1375CC9C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15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N22_Full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0EA9E-1174-956B-B83E-D6912A1947F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79DF4-C834-3CFA-E0BF-8831D423F5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0750"/>
            <a:ext cx="12192000" cy="8572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BA770-3769-A66F-2781-691EDF03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3E6C9-6AF0-0269-D4DC-7FF55D7B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FF2A-174D-51BC-A1DD-C3E4BA63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1473" y="6429375"/>
            <a:ext cx="410527" cy="24622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81B20F-1F14-4F15-2CC3-7E731EDC1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8639" y="6446585"/>
            <a:ext cx="1040448" cy="1816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813306-66C8-BBED-717B-8DFB70414DE2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7458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&#10;&#10;Description automatically generated">
            <a:extLst>
              <a:ext uri="{FF2B5EF4-FFF2-40B4-BE49-F238E27FC236}">
                <a16:creationId xmlns:a16="http://schemas.microsoft.com/office/drawing/2014/main" id="{DFA14054-1FFE-C980-BD15-B3129CAC9A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CED6E7-AECB-A1B7-029F-E3389363E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" name="Picture 2" descr="A picture containing fish&#10;&#10;Description automatically generated">
            <a:extLst>
              <a:ext uri="{FF2B5EF4-FFF2-40B4-BE49-F238E27FC236}">
                <a16:creationId xmlns:a16="http://schemas.microsoft.com/office/drawing/2014/main" id="{63BC409E-810F-F2F4-43CE-2600A3A918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E1205A5-19FF-206F-0B3F-8C8BE16C2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998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EDDBF19D-3B7F-B245-9C7A-EB51B8498F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F52411-3A7F-2D9B-A02B-4BCABFABA45E}"/>
              </a:ext>
            </a:extLst>
          </p:cNvPr>
          <p:cNvSpPr/>
          <p:nvPr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82DB20-1962-F044-44D7-8541B55BB4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CF3DD0C-535E-6BC0-F190-A0FBED8F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A8388AB-B269-0DC6-427C-B30FDC830F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91664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C5B9020-6E03-334C-986D-E05A86DBB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235913-9932-8CEC-868A-5DB01F047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BD677-5CE9-358D-4A7B-3BDEE786FE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39596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E7D75D4-43E7-270D-D565-069EBE2E23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69244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65D86-FF3A-49A1-F37B-59644F4F0855}"/>
              </a:ext>
            </a:extLst>
          </p:cNvPr>
          <p:cNvSpPr txBox="1">
            <a:spLocks/>
          </p:cNvSpPr>
          <p:nvPr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061CEFF7-123D-7359-1B66-919ED82387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4DDFAB8-82D9-4E33-8549-030EB7FFE839}"/>
              </a:ext>
            </a:extLst>
          </p:cNvPr>
          <p:cNvSpPr/>
          <p:nvPr userDrawn="1"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D5238CE-0541-0596-06EB-E9C55D7AD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FFE01-088F-5103-DA7F-C44673BF1644}"/>
              </a:ext>
            </a:extLst>
          </p:cNvPr>
          <p:cNvSpPr txBox="1">
            <a:spLocks/>
          </p:cNvSpPr>
          <p:nvPr userDrawn="1"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41966691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ish&#10;&#10;Description automatically generated">
            <a:extLst>
              <a:ext uri="{FF2B5EF4-FFF2-40B4-BE49-F238E27FC236}">
                <a16:creationId xmlns:a16="http://schemas.microsoft.com/office/drawing/2014/main" id="{A65EB9F5-972E-375B-30FD-BBAF7F4B89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327F0-D028-FD31-50E5-2E6699770D57}"/>
              </a:ext>
            </a:extLst>
          </p:cNvPr>
          <p:cNvSpPr/>
          <p:nvPr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E0BBB9-8B5F-C8AF-AABC-A8FC3CB67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77B7DE-DCDA-0938-0E00-9037918A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E49A9E1-5327-C07F-6784-06F711111D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0944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9FD9982-A8FD-E7E3-47A9-0473DB9EF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3399E92-DBD7-5E15-0C5A-D438A64DB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B4983A-2C8A-D1CC-A5E5-2BF922BF0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5737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51DBB13-E792-036D-608B-E172C13AC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8702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6BABE-FE67-87DE-BC1D-6DB5039D2F00}"/>
              </a:ext>
            </a:extLst>
          </p:cNvPr>
          <p:cNvSpPr txBox="1">
            <a:spLocks/>
          </p:cNvSpPr>
          <p:nvPr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E76441-B7F0-5133-F6B7-F5F0755144A7}"/>
              </a:ext>
            </a:extLst>
          </p:cNvPr>
          <p:cNvSpPr/>
          <p:nvPr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CE3751B3-EA28-4412-4506-5D2DA5A077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375441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FC8A18E-AE19-EBBE-A540-41124EAE2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423373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456722E-9B92-F684-918E-25D2F9140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453021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2826-8400-07B4-DCF7-20AF6FCF7F43}"/>
              </a:ext>
            </a:extLst>
          </p:cNvPr>
          <p:cNvSpPr txBox="1">
            <a:spLocks/>
          </p:cNvSpPr>
          <p:nvPr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AEB69B03-BAEE-E0EB-67AF-23340BE675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FA5CC4-BFD2-0348-3843-477EBA17633E}"/>
              </a:ext>
            </a:extLst>
          </p:cNvPr>
          <p:cNvSpPr/>
          <p:nvPr userDrawn="1"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5D43DB-D8AD-23AC-76D2-EC992E8B2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1E703B-4BEF-BFED-7DF3-027171A825B8}"/>
              </a:ext>
            </a:extLst>
          </p:cNvPr>
          <p:cNvSpPr txBox="1">
            <a:spLocks/>
          </p:cNvSpPr>
          <p:nvPr userDrawn="1"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33821F-1B7D-168B-20E3-096C15159DB5}"/>
              </a:ext>
            </a:extLst>
          </p:cNvPr>
          <p:cNvSpPr/>
          <p:nvPr userDrawn="1"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58629-F40B-E53B-DE23-D57F3B9BF65A}"/>
              </a:ext>
            </a:extLst>
          </p:cNvPr>
          <p:cNvSpPr txBox="1">
            <a:spLocks/>
          </p:cNvSpPr>
          <p:nvPr userDrawn="1"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163667115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fish&#10;&#10;Description automatically generated">
            <a:extLst>
              <a:ext uri="{FF2B5EF4-FFF2-40B4-BE49-F238E27FC236}">
                <a16:creationId xmlns:a16="http://schemas.microsoft.com/office/drawing/2014/main" id="{F7FB42EA-2426-8F04-B39C-53E651E11A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50A622-3F2A-EFC5-39E8-DA04700BAC6C}"/>
              </a:ext>
            </a:extLst>
          </p:cNvPr>
          <p:cNvSpPr/>
          <p:nvPr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7FF95D-8C1B-F8E2-9ADC-688F4973EE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28BA292-384D-E824-1A3F-32491637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E9F74001-785E-B473-9E8F-D73AAA9C6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EE86146-3554-EE6F-7C35-631702E8B1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D7F517-6C9A-08E9-34EB-28DC410F4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FEEEFE90-ED08-EF75-2DA7-44B3A2832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95E7D5F-4543-CEC7-317D-97E4B03DF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E3BC3-815E-0C45-A703-4A1310B6CEDA}"/>
              </a:ext>
            </a:extLst>
          </p:cNvPr>
          <p:cNvSpPr txBox="1">
            <a:spLocks/>
          </p:cNvSpPr>
          <p:nvPr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447DE-B5D4-7E67-69F8-5786EF6367B7}"/>
              </a:ext>
            </a:extLst>
          </p:cNvPr>
          <p:cNvSpPr/>
          <p:nvPr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DFAF2102-64C3-3154-AE3B-C6D43854D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2922EB90-D21D-44F8-3E50-D822903F77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346AF72-41A1-2955-84BC-3307BFAD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37190-E2FB-1315-D763-AEE87B50A941}"/>
              </a:ext>
            </a:extLst>
          </p:cNvPr>
          <p:cNvSpPr txBox="1">
            <a:spLocks/>
          </p:cNvSpPr>
          <p:nvPr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826C9D9-419F-3091-21AE-1C750633D134}"/>
              </a:ext>
            </a:extLst>
          </p:cNvPr>
          <p:cNvSpPr/>
          <p:nvPr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D052FBA7-CA57-88EB-3D95-D75DC9F599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3EF82A7C-C571-AAA2-E95F-92D30A4AD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B912C700-29FA-912F-CD8D-F9C8FAE08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8FF0D-8584-4AE2-7132-B10BBA5EB7C4}"/>
              </a:ext>
            </a:extLst>
          </p:cNvPr>
          <p:cNvSpPr txBox="1">
            <a:spLocks/>
          </p:cNvSpPr>
          <p:nvPr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0A0EAF68-BC56-AEC2-4E97-BC6532A1EF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B865FB-67C7-E30B-A3C2-C03426440099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6EE14B-FFAE-67C0-6596-5F32E53090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F716F8-55F8-5627-AFF9-0E543655B9D5}"/>
              </a:ext>
            </a:extLst>
          </p:cNvPr>
          <p:cNvSpPr txBox="1">
            <a:spLocks/>
          </p:cNvSpPr>
          <p:nvPr userDrawn="1"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B92382-6DDE-9E7B-4776-4EBEB50B3DEE}"/>
              </a:ext>
            </a:extLst>
          </p:cNvPr>
          <p:cNvSpPr/>
          <p:nvPr userDrawn="1"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01555-7FFC-E2F8-4A7D-CB3FB6FE4474}"/>
              </a:ext>
            </a:extLst>
          </p:cNvPr>
          <p:cNvSpPr txBox="1">
            <a:spLocks/>
          </p:cNvSpPr>
          <p:nvPr userDrawn="1"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24F4F2-F552-35C2-25DF-CD33763F51AD}"/>
              </a:ext>
            </a:extLst>
          </p:cNvPr>
          <p:cNvSpPr/>
          <p:nvPr userDrawn="1"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76968-0851-8A80-53C7-0258BB517E90}"/>
              </a:ext>
            </a:extLst>
          </p:cNvPr>
          <p:cNvSpPr txBox="1">
            <a:spLocks/>
          </p:cNvSpPr>
          <p:nvPr userDrawn="1"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1569807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fish&#10;&#10;Description automatically generated">
            <a:extLst>
              <a:ext uri="{FF2B5EF4-FFF2-40B4-BE49-F238E27FC236}">
                <a16:creationId xmlns:a16="http://schemas.microsoft.com/office/drawing/2014/main" id="{9FFEA0F8-DB52-A8AE-FFAF-61E8990D1D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4134D2B-B928-C698-8D9B-1444C15DC12E}"/>
              </a:ext>
            </a:extLst>
          </p:cNvPr>
          <p:cNvSpPr/>
          <p:nvPr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303FA75-1DD8-DF9D-76DA-720497361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0BA74E5-4CE8-76EC-5FFF-73C8C960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0839E2D0-8966-A9CA-64E8-C76A603BF4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B151CA7-B681-7233-4200-AFAEC67A7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155C29-0DBA-B3C1-DF0B-39AA93987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DBDE6A34-4CD4-7B64-57E6-73461F7160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4AFDEF1-EC74-BCB1-AE9A-A097A5A02E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D814F-D084-7FAB-E5E3-25FC122F8BA9}"/>
              </a:ext>
            </a:extLst>
          </p:cNvPr>
          <p:cNvSpPr txBox="1">
            <a:spLocks/>
          </p:cNvSpPr>
          <p:nvPr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23FCDDC-64B9-B95F-AA11-30C027B447B7}"/>
              </a:ext>
            </a:extLst>
          </p:cNvPr>
          <p:cNvSpPr/>
          <p:nvPr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BFCD5256-FA45-6B95-25B7-EC1AC0BA0E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C377F137-6319-3FD9-6219-2D07730B6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54F9DE84-669D-76C4-8484-A9A78B050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FD69D-1ECA-622F-3902-DBC2894B2D74}"/>
              </a:ext>
            </a:extLst>
          </p:cNvPr>
          <p:cNvSpPr txBox="1">
            <a:spLocks/>
          </p:cNvSpPr>
          <p:nvPr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A16130-E559-9889-1123-2491D58E8C74}"/>
              </a:ext>
            </a:extLst>
          </p:cNvPr>
          <p:cNvSpPr/>
          <p:nvPr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1A8321EC-81F6-C1C0-1795-53DC439BB0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08488EF4-F8FE-315F-C156-1FEC85AD14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DAFD4733-A34B-4C32-D32B-43D5C16A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0C8BC-D341-3102-0775-184FEB5ACCE3}"/>
              </a:ext>
            </a:extLst>
          </p:cNvPr>
          <p:cNvSpPr txBox="1">
            <a:spLocks/>
          </p:cNvSpPr>
          <p:nvPr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4E3D2A4-5F6B-3940-7516-08995383B923}"/>
              </a:ext>
            </a:extLst>
          </p:cNvPr>
          <p:cNvSpPr/>
          <p:nvPr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54" name="Picture Placeholder 15">
            <a:extLst>
              <a:ext uri="{FF2B5EF4-FFF2-40B4-BE49-F238E27FC236}">
                <a16:creationId xmlns:a16="http://schemas.microsoft.com/office/drawing/2014/main" id="{2FB14771-E2E8-1470-0848-A5B7D5E044D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F20218C9-7AA2-6166-94B7-37E528E29A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78CEF6F2-1E75-D03C-E81E-FB19DA708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F02031-3613-8282-8130-9E1BBE787E6B}"/>
              </a:ext>
            </a:extLst>
          </p:cNvPr>
          <p:cNvSpPr txBox="1">
            <a:spLocks/>
          </p:cNvSpPr>
          <p:nvPr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A93E4D94-77BD-89BF-5747-C7D3F936ED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E39D28-A0F3-FAFE-08C3-6E0A0FAD5492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0D62C3-266D-70F9-151F-B1E3CFB95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3E6EC6-E49D-334E-3B9C-4213980DE138}"/>
              </a:ext>
            </a:extLst>
          </p:cNvPr>
          <p:cNvSpPr txBox="1">
            <a:spLocks/>
          </p:cNvSpPr>
          <p:nvPr userDrawn="1"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1608F7-9C6B-A6F1-5240-E34256AFF212}"/>
              </a:ext>
            </a:extLst>
          </p:cNvPr>
          <p:cNvSpPr/>
          <p:nvPr userDrawn="1"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DB6AB-A250-ACFB-1A67-AF10BBD6E0BA}"/>
              </a:ext>
            </a:extLst>
          </p:cNvPr>
          <p:cNvSpPr txBox="1">
            <a:spLocks/>
          </p:cNvSpPr>
          <p:nvPr userDrawn="1"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A61D6A-6A83-8C1A-80AC-5B47BCEFF0AE}"/>
              </a:ext>
            </a:extLst>
          </p:cNvPr>
          <p:cNvSpPr/>
          <p:nvPr userDrawn="1"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40DDF-9FE3-5C93-DDED-7E9E6FCB0FC5}"/>
              </a:ext>
            </a:extLst>
          </p:cNvPr>
          <p:cNvSpPr txBox="1">
            <a:spLocks/>
          </p:cNvSpPr>
          <p:nvPr userDrawn="1"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C025F2-AF9F-3DA6-8AF1-302D4885BEF4}"/>
              </a:ext>
            </a:extLst>
          </p:cNvPr>
          <p:cNvSpPr/>
          <p:nvPr userDrawn="1"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16E7D-B350-2108-22E6-3F4D52072B5F}"/>
              </a:ext>
            </a:extLst>
          </p:cNvPr>
          <p:cNvSpPr txBox="1">
            <a:spLocks/>
          </p:cNvSpPr>
          <p:nvPr userDrawn="1"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6505111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10FD834-2110-54AF-FD17-1BC5F67BD7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45663A-D8FC-AAD5-270D-67BEDF84A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9349" y="3038868"/>
            <a:ext cx="9813301" cy="451983"/>
          </a:xfrm>
        </p:spPr>
        <p:txBody>
          <a:bodyPr wrap="square" tIns="0" bIns="0" anchor="b">
            <a:sp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597D75F-6067-CFE0-A18B-641E415B3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9349" y="3500426"/>
            <a:ext cx="9813302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368042FA-F45B-4DB3-C098-43498DFD9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2B1CA18-EE80-7023-A8E6-4570209CEF50}"/>
              </a:ext>
            </a:extLst>
          </p:cNvPr>
          <p:cNvSpPr/>
          <p:nvPr userDrawn="1"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BB89CA-925C-4DAA-5B4A-E9D4CC43F948}"/>
              </a:ext>
            </a:extLst>
          </p:cNvPr>
          <p:cNvSpPr/>
          <p:nvPr userDrawn="1"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57455A-64B6-A30F-AD57-8182C8DFA499}"/>
              </a:ext>
            </a:extLst>
          </p:cNvPr>
          <p:cNvSpPr/>
          <p:nvPr userDrawn="1"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59809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E96DF-0FD9-0FF6-F99B-26CC92534BA5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7443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AB88D-83DB-8E2D-F916-326210F55849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81995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F4C6F-F868-8350-2910-C068E2A97520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5892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2B0EA1A4-42B7-74AA-17AD-B6EA85C8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72E1B-C30D-0779-FC8F-CD7D35F4CA8D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37629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4BBD51E-29A2-84F2-B441-8980D97832F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40233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E35E976C-7A5D-FE9B-F182-B1DC8317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842447"/>
      </p:ext>
    </p:extLst>
  </p:cSld>
  <p:clrMapOvr>
    <a:masterClrMapping/>
  </p:clrMapOvr>
  <p:hf hd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911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250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40560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019A124-B359-9162-09A5-284BC3644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94CC4E-3EDF-BF4B-B5AE-04CBF65A2DF8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985954-AE59-0890-39C6-E72277E87700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008D2498-6D0C-D0BE-1F2F-64083913C51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8950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89008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5A2E67-CB89-4296-0FBE-200AC24B51F4}"/>
              </a:ext>
            </a:extLst>
          </p:cNvPr>
          <p:cNvSpPr/>
          <p:nvPr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9" name="Picture 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5C07A4A6-0263-5955-CB0F-74961F33F5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FF919A-D503-D3E4-3D3E-16C2D29276C8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E855E5-AC04-F278-7C93-BA50EC346836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57C604F4-06A6-3AE8-6960-4B6BE5FC70D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8CA7F36-45D3-C4EA-9502-F9B966808E61}"/>
              </a:ext>
            </a:extLst>
          </p:cNvPr>
          <p:cNvSpPr/>
          <p:nvPr userDrawn="1"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1422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10057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5219789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9CE019-F62B-0FA2-52A4-B81DCBAF59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48D8B9-69BD-54ED-DC84-4B1395A6C38F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785EC74-F6A9-CA44-D489-47A03FAF587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8885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726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1548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767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767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47102C-F72C-1609-DBA5-364777C5A932}"/>
              </a:ext>
            </a:extLst>
          </p:cNvPr>
          <p:cNvSpPr>
            <a:spLocks/>
          </p:cNvSpPr>
          <p:nvPr userDrawn="1"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0AC2F7-6694-1F77-1228-6DAA97D4A9F2}"/>
              </a:ext>
            </a:extLst>
          </p:cNvPr>
          <p:cNvSpPr>
            <a:spLocks/>
          </p:cNvSpPr>
          <p:nvPr userDrawn="1"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5FB014AC-178F-B284-A8BA-3216F2495C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8" name="Picture 7" descr="Shape, circle&#10;&#10;Description automatically generated">
            <a:extLst>
              <a:ext uri="{FF2B5EF4-FFF2-40B4-BE49-F238E27FC236}">
                <a16:creationId xmlns:a16="http://schemas.microsoft.com/office/drawing/2014/main" id="{02009B96-CF3A-A80D-30AC-180DE94A97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5096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981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9981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A5C386-D88E-0A5F-F48D-9CF4AA4F3932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3F689E-F386-0C0E-B867-DB31E65E2ACD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99157F-5760-1CD0-BC64-7230FF861D97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453A6-DFE7-CA06-B4C4-1ACADD1774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53EBF2-67DD-C607-E8BB-0624339016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14" name="Picture 13" descr="Shape, circle&#10;&#10;Description automatically generated">
            <a:extLst>
              <a:ext uri="{FF2B5EF4-FFF2-40B4-BE49-F238E27FC236}">
                <a16:creationId xmlns:a16="http://schemas.microsoft.com/office/drawing/2014/main" id="{FD0AEF67-E8A3-10CB-677F-D6CC8E44D2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48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A7D9A2-9750-FF7B-79B4-42B4E6370D84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C3B331E-7C72-A5BD-E7DF-777100071D20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92828D-3DCA-2271-B6DD-D6ADB8478B4A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1E3EB7-F21D-1952-13F3-13620789A4E8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EA732F6A-F0FA-866F-4347-F299792C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C1DBC-8756-995B-740B-1971B8D16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9202B6-B273-E201-5281-BC79FBE3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855E29-47D8-AC94-0AE6-1B2755B107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6F9C35-211E-C03D-75CF-2F52912A69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2341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Box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00FEC0-8441-96D2-E89C-02B0AC92E2DB}"/>
              </a:ext>
            </a:extLst>
          </p:cNvPr>
          <p:cNvSpPr>
            <a:spLocks/>
          </p:cNvSpPr>
          <p:nvPr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470C65D6-BC0D-4BB8-7940-044366DA3A4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1FD1294-FECA-E138-F896-2BADB65878C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B43538-DD19-B367-70C2-D23109AEDCAB}"/>
              </a:ext>
            </a:extLst>
          </p:cNvPr>
          <p:cNvSpPr>
            <a:spLocks/>
          </p:cNvSpPr>
          <p:nvPr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E794B28-C770-D714-0858-91A20F591C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737F78C-5BC5-59A0-0A4B-473ED4CCB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88C0-BA85-66B3-5D4F-45FDA56C35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925FF-623D-8281-CC61-CCF33FFC5A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41A7A0-CC4E-DCD1-047C-970393EB92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BFE8C7-309E-C2BD-1896-B5A95670AD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2D09C3-3825-43D3-8AA7-8B8A1938F4CB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F104B1-9691-E961-6D6E-962C431B8CB8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501AE24-060D-82DF-4348-5BFF143E5E59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07CFBE5-0BB3-848E-27E0-7BE8A7AFEBCD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1" name="Title 24">
            <a:extLst>
              <a:ext uri="{FF2B5EF4-FFF2-40B4-BE49-F238E27FC236}">
                <a16:creationId xmlns:a16="http://schemas.microsoft.com/office/drawing/2014/main" id="{823B9369-871C-DA93-F3D2-5A6DD161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257D2D9-0599-D774-CE7B-F4953AC2C1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9C069A-F3D4-98CD-EA7E-DBB4C5EE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251AB8E-F82F-94E6-B614-681B1D1636C6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B438061-9351-AD94-7542-1459F2B6730E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E8D58C-8896-3E41-E612-9A3CE3740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998B78A-8DB1-DED4-6FAD-C7121D51D1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AED8D2-A8A8-1287-DB07-945B5E6EF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2C42FA5-9BF7-56F1-CEBE-A64A63609A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5005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1CCDCD5A-A45F-E5D7-1D79-58F1CD6EC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EBAAEE19-8D11-EF9C-AAB3-3153317B002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CA81007-65FD-6C56-6AF9-617F87A08CDE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291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B45DB48A-7B11-50CA-5E54-9509544A5B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FF4979-925A-4C54-FAE7-4806F33B150D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85808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4FD4156A-0C1D-7C93-61AD-DF544AB389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669E83E6-C0FE-71D8-C867-2E11457F9D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318B91-74A6-E86B-BB31-EFC853ADE729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01979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22C317B6-A1F2-8A65-3156-A8550D8F4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EF5EB9D-FD65-42B8-746C-709CD065A684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92065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2" name="Picture 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E79240EF-2C13-2E58-E966-B353A71A9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40F984D-60BE-F8A6-1C5A-61944E47D634}"/>
              </a:ext>
            </a:extLst>
          </p:cNvPr>
          <p:cNvSpPr/>
          <p:nvPr userDrawn="1"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17753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2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DT Flow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449061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013747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BEF35-890C-2B1C-957B-2D9BCC3006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CCC8E-928C-1EE6-8886-C24A13259D08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CCECAF-76F1-3FF0-F3D4-B11D69E7D179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1094195D-F125-00C0-4FC7-9B53BA37F35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D3FBB-1896-A122-BFF3-C9B4B453D31B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46005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665CFA-473C-17F2-24BB-0A6F204CD5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D27C4D-FCC4-EDFC-263A-71D794E25DD0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050C91-83FD-388B-8EA1-847D3B719CD6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92D2C83F-A590-5841-0348-A54F15C1F6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BC22F5-69DC-14C2-25C2-13CC46472C48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1746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F5CCB-5D5F-5D97-4597-B8514F066F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AF0386-2948-0111-5EF0-7DC5192A0D6D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0A4541-CEB4-59AC-01B5-D3FF21CA514E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B530E915-737C-0FE0-980B-193532ECFB4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82EB-A751-DAF3-BDA7-D5077940543C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2792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225425"/>
            <a:ext cx="11499305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CB212-0053-7A01-CB7A-9E40E839D1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C510B-2298-36B2-BEB9-DEF405F321C2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126DCF-3CB1-17B7-2F55-2906322103C9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1843B8D-2703-1BE6-6C96-9FB73EA273F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0FD44C-0722-AA48-C1EA-F7BCA71EBC85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41354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E59019-CA83-1D58-EFA7-AAB10D0F09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D7D02C-390B-66E8-4CA1-8BC16211A704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475D513-00C8-3F84-2BF5-2B6A2875E4C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F33BF9B-E145-7591-E90D-43D2A4884509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6417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D43DD-E26B-7ADB-559A-55EEC3AFCB2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439E85-E7B7-6C85-2DD6-07DDE7AA2D0A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E1AAB01E-4080-0DD2-A6B5-0ADDAE23587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7B6935-F126-CFEB-AE06-671DB78501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87024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6 Screenshots"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1873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2476A-1A82-F1FF-EF55-B8FA08B4CA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17514-05FA-6C7B-7699-8C668BF95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86F37568-A341-30C4-C526-4B50796D5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32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A4CDB2-431A-F9AA-DC7E-F1CD939333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34073"/>
            <a:ext cx="5679130" cy="4860976"/>
          </a:xfrm>
          <a:prstGeom prst="rect">
            <a:avLst/>
          </a:prstGeom>
          <a:solidFill>
            <a:srgbClr val="030C16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34073"/>
            <a:ext cx="5219789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72F6FD-E3FE-54DD-0EF9-F88C0A46BF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39E90-7F6C-0157-13E0-D485A60BF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2E8345-5976-05FF-8CA5-B343E6638BD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73924910-C92B-1AA8-C7BC-61271A11617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5332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A3574-08A8-2145-809F-8B3DDCE381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788CC257-AACC-A212-27F8-F07276F3B7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120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741C60-3652-8C47-0877-54494453FC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9120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4D851B2-2870-AF8F-B51E-FD68A54F24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072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528986D-6040-B46E-7DC7-287B95DF1C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072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CFBBA-F494-AE6C-A6B3-63103D13D8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82810C-9127-8DEE-20AE-FF885EF3BDDE}"/>
              </a:ext>
            </a:extLst>
          </p:cNvPr>
          <p:cNvSpPr>
            <a:spLocks/>
          </p:cNvSpPr>
          <p:nvPr userDrawn="1"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A47B56-D74C-8D18-A68A-CFE84C264AF2}"/>
              </a:ext>
            </a:extLst>
          </p:cNvPr>
          <p:cNvSpPr>
            <a:spLocks/>
          </p:cNvSpPr>
          <p:nvPr userDrawn="1"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4" name="Picture 13" descr="Shape, circle&#10;&#10;Description automatically generated">
            <a:extLst>
              <a:ext uri="{FF2B5EF4-FFF2-40B4-BE49-F238E27FC236}">
                <a16:creationId xmlns:a16="http://schemas.microsoft.com/office/drawing/2014/main" id="{0EB25B2C-D524-869A-18F6-F569570CA5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15" name="Picture 14" descr="Shape, circle&#10;&#10;Description automatically generated">
            <a:extLst>
              <a:ext uri="{FF2B5EF4-FFF2-40B4-BE49-F238E27FC236}">
                <a16:creationId xmlns:a16="http://schemas.microsoft.com/office/drawing/2014/main" id="{7588DA9F-BDB2-A0DC-C3A9-C2C420070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687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82526-13BC-DC86-FD8A-0654F8592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BA93F34C-BA8D-F410-9D55-A6E28ABA6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E9A7006-29DC-7A7A-1FE5-AF3E9F3C20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C1D30C2-26E0-A801-C710-1954E3F7CA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ED862F-B5C1-985C-77C0-B78D247606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62429F6-69D5-6B72-2366-2AED9795EC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077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215347FE-C0A6-602F-859E-8421E8B3A5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6077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71406-20D0-582B-FC68-B075A03CAE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B75425-2107-91C6-56E9-527BB1DB1327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11A952-2D57-C3A7-0C01-A49E57483B45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60766F-B85C-8C76-8063-3171C63FD450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69A05-0EE4-C7B1-0A2C-A955D76EE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1D2A7F-CC35-62FA-32D0-A171643D39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14" name="Picture 13" descr="Shape, circle&#10;&#10;Description automatically generated">
            <a:extLst>
              <a:ext uri="{FF2B5EF4-FFF2-40B4-BE49-F238E27FC236}">
                <a16:creationId xmlns:a16="http://schemas.microsoft.com/office/drawing/2014/main" id="{EF21B856-B852-01C9-2AC0-917FBE75EF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00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78AEDE4C-584F-11CE-0E42-7321AE1C11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8617105-716D-12D5-9B44-AAD4CBB0F2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58B8BD4-011E-C228-0230-6721FA0DC6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D4754F1-46CB-A3F0-1370-31AEF31A83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016C7CF-7490-AB35-6744-71D92B0B00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780FE8E-B3A9-6DDD-C01C-92F3E79471B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F7D2E3E7-5466-D971-8C68-3F485A97D8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444E2549-ABEE-5DAC-B1E9-9A7D4B6D89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1FFB-AA77-A561-8D85-F33FAA3410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A981503-3B86-BE30-8109-98EC1404F3B0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4D2244D-A81A-03BF-63BB-848352726AED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E34DF4B-5F6B-1D38-8508-8C4C0C432271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4817FF6-3BC7-327E-B87D-11AD32AF8642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Title 24">
            <a:extLst>
              <a:ext uri="{FF2B5EF4-FFF2-40B4-BE49-F238E27FC236}">
                <a16:creationId xmlns:a16="http://schemas.microsoft.com/office/drawing/2014/main" id="{38DAB478-AA6F-BEA7-6EB6-C841EF2D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A63125-F0DF-BF89-4A94-77FB196B0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CF5BFD-72D3-50DF-FA5F-E7DAD88BED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3F25AF-C499-EA0B-3730-E652346BEA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006E14-C6C6-E20F-7070-706619341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747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Box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E31917-B5FE-6DD5-0953-C666777AA45A}"/>
              </a:ext>
            </a:extLst>
          </p:cNvPr>
          <p:cNvSpPr>
            <a:spLocks/>
          </p:cNvSpPr>
          <p:nvPr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B459EC-C6EA-0E99-8DE1-6D854EF193F2}"/>
              </a:ext>
            </a:extLst>
          </p:cNvPr>
          <p:cNvSpPr>
            <a:spLocks/>
          </p:cNvSpPr>
          <p:nvPr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CF234-9377-9ED5-8DD6-85F8C3D79431}"/>
              </a:ext>
            </a:extLst>
          </p:cNvPr>
          <p:cNvSpPr>
            <a:spLocks/>
          </p:cNvSpPr>
          <p:nvPr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FB9BD-3AA1-54A6-CA30-BFF05C32B032}"/>
              </a:ext>
            </a:extLst>
          </p:cNvPr>
          <p:cNvSpPr>
            <a:spLocks/>
          </p:cNvSpPr>
          <p:nvPr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1F0D752A-E897-9E70-2CD8-976FDC9CAE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4BF71120-9ABC-2DD0-3565-9E3154E3767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9CFA1C8-DFC7-F326-DB98-4997DCA0A1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62261AA-311B-D6EE-E3A0-395354A46C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9E2D50D8-0EBD-B6B5-B807-D5B57EE040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DC513B4-D3EE-0A72-9251-108A220EB97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218DF1-C09B-947A-9A59-CCED12F5A10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AF8D8741-7940-0034-674C-652C5127B8B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A8A269-CF9E-9EBA-692B-11767DD8F0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771A1-178C-2490-EF6E-AD9A024E03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AD41A0-211F-F5D6-06A2-0F4F89C70E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2D1C95-27D2-0232-2612-BA0DE0C755C4}"/>
              </a:ext>
            </a:extLst>
          </p:cNvPr>
          <p:cNvSpPr>
            <a:spLocks/>
          </p:cNvSpPr>
          <p:nvPr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D94C32C-FF8B-81AE-7BDD-F923AB54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150593F0-B8C5-41D9-D1A3-E681D8317B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1A8AF49-436C-2468-E5E1-23E5780D9280}"/>
              </a:ext>
            </a:extLst>
          </p:cNvPr>
          <p:cNvSpPr>
            <a:spLocks/>
          </p:cNvSpPr>
          <p:nvPr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2818667E-1EC2-4513-46A5-858A3DEDE6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B4A3E790-F2B5-8D06-CB54-20FC1F0245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B67F04-E751-F8D1-4A09-B11E12F179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7AC95C9-F2A8-081F-5881-396F8E1501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D23792-1F1C-A0A1-7FB2-6F022C8C49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B4B1CA-9074-E3F0-8C82-DE7D98EFDC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3E735480-33FF-25BF-4DA0-C336A850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AB1CE3-471D-285B-7614-AE7EB6314412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349BCC-BE32-7E24-8C06-CB2A38BC7D15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B5014F-36F5-6851-CE07-A6F29C6B01D6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6760CDD-62A5-E818-2FDF-70B571C5FA90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AA77A0-7406-2037-77B8-70F5E5B363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6D750D-BF71-4CBB-0E61-3B50A992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9C65AF-C404-AC69-E616-583621AC6B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68A496-D8BD-8AE3-7077-5BD0E4C8BC39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37E8DE-0910-7781-6801-098EE3E07018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6C0A07-7343-8125-2BFA-12636067ED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E68823-D274-1604-4424-D2A27133A1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3055CE-DBC0-6751-0128-2EA1F1B05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5178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9FF272-8EEE-A80E-ADC9-799E7483D9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2733C6-1C2B-35A7-2FFE-DB2C7D0ADA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1" name="Picture 10" descr="A picture containing fish&#10;&#10;Description automatically generated">
            <a:extLst>
              <a:ext uri="{FF2B5EF4-FFF2-40B4-BE49-F238E27FC236}">
                <a16:creationId xmlns:a16="http://schemas.microsoft.com/office/drawing/2014/main" id="{9DA9848E-C752-75DC-C441-BC006F2F1F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12" name="Picture 11" hidden="1">
            <a:extLst>
              <a:ext uri="{FF2B5EF4-FFF2-40B4-BE49-F238E27FC236}">
                <a16:creationId xmlns:a16="http://schemas.microsoft.com/office/drawing/2014/main" id="{B116E1AB-8068-9F5D-BF25-57A5B8801A2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ED7D0D2-39AE-6688-6627-CAC7C1E3D0AF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87923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28DC68-5CBD-016B-7111-4DD13DDBC1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8D8968-DA43-1343-DA84-1BD56129CC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5" name="Picture 14" descr="A picture containing fish&#10;&#10;Description automatically generated">
            <a:extLst>
              <a:ext uri="{FF2B5EF4-FFF2-40B4-BE49-F238E27FC236}">
                <a16:creationId xmlns:a16="http://schemas.microsoft.com/office/drawing/2014/main" id="{82BF81BF-36AB-5A99-19EA-9745FA3B3C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DDBFC7-FA48-29A5-4AD0-8C048D0D9B94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130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3ECC27-9DAE-13F5-48E0-89D79469B6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627491DA-93EF-8AE0-2E21-28B0095E3A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1E7C40-6022-0F69-BF7D-19DBC1ABBDB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5" name="Picture 14" descr="A picture containing fish&#10;&#10;Description automatically generated">
            <a:extLst>
              <a:ext uri="{FF2B5EF4-FFF2-40B4-BE49-F238E27FC236}">
                <a16:creationId xmlns:a16="http://schemas.microsoft.com/office/drawing/2014/main" id="{0821576A-4F8E-795B-EAC4-7B8F050C92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6364F29-7530-8FDF-1FF9-FF051946AF7A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14204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64F7CE-B3CE-A325-CEAC-1B9EC546AA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8F38E-1BE4-64F9-8F36-3837A95F04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5" name="Picture 14" descr="A picture containing fish&#10;&#10;Description automatically generated">
            <a:extLst>
              <a:ext uri="{FF2B5EF4-FFF2-40B4-BE49-F238E27FC236}">
                <a16:creationId xmlns:a16="http://schemas.microsoft.com/office/drawing/2014/main" id="{8FFA78A6-E4E8-BBD6-1DAA-D53ACA8C4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B15D6B-B428-54F6-7EC9-C0820F702258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3659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1D7C3E-3EF5-C5AF-4214-681F88C03390}"/>
              </a:ext>
            </a:extLst>
          </p:cNvPr>
          <p:cNvGrpSpPr/>
          <p:nvPr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A10EC5-8486-D8F8-05D3-7FBEA68FB157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01C2CE-4DE4-083F-D0E7-98E0A5A9596B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801D1-5C28-82BB-829F-F738D459D88E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54F5D2-8071-0C35-4BAD-D954845E2DFF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799BB1-B650-AF17-ABEF-7694536ED8B9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78EC20-2482-598C-0A24-0F6636CE39BD}"/>
              </a:ext>
            </a:extLst>
          </p:cNvPr>
          <p:cNvGrpSpPr/>
          <p:nvPr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216439-BAC3-6982-AF4D-35B8E8C31AD6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BEAC22-6374-108B-EAA4-74BF37D98B11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771C18-09D6-CDB8-9660-9B12FD5F8C8D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8688D6-BC4F-E8ED-7F9D-120028527E24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E0E71-7FD3-ED66-EB7E-9AEE9EAB8E4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sp>
        <p:nvSpPr>
          <p:cNvPr id="17" name="Title 2">
            <a:extLst>
              <a:ext uri="{FF2B5EF4-FFF2-40B4-BE49-F238E27FC236}">
                <a16:creationId xmlns:a16="http://schemas.microsoft.com/office/drawing/2014/main" id="{5EB05E6E-BB07-4B46-EE5A-DB7DE06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75E737-F934-F65B-D56B-CD3865BAA69F}"/>
              </a:ext>
            </a:extLst>
          </p:cNvPr>
          <p:cNvGrpSpPr/>
          <p:nvPr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408F2F-B96C-5C0D-AF6A-59985E8903FD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C8FB4-C951-CB8B-3A84-FD7D09593016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44ADC2-AD14-CC65-7F61-0A5E52CD4E24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45D204-1BCD-D02B-1C07-9C0D878811E1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03B0AA-4E2E-F34C-507B-7A19369136E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9F116BE-1FE0-9A4E-8367-BF9D2E285890}"/>
              </a:ext>
            </a:extLst>
          </p:cNvPr>
          <p:cNvSpPr/>
          <p:nvPr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1809A1-533E-7136-9CF4-BB982CFD449F}"/>
              </a:ext>
            </a:extLst>
          </p:cNvPr>
          <p:cNvSpPr/>
          <p:nvPr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AAAD6-C84B-5897-976C-73CC354FDB46}"/>
              </a:ext>
            </a:extLst>
          </p:cNvPr>
          <p:cNvSpPr/>
          <p:nvPr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63CBF-12B4-A5F2-E0A6-75F9038B785C}"/>
              </a:ext>
            </a:extLst>
          </p:cNvPr>
          <p:cNvSpPr/>
          <p:nvPr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DD7F3-CAEB-AFC5-9417-841120A3308F}"/>
              </a:ext>
            </a:extLst>
          </p:cNvPr>
          <p:cNvSpPr/>
          <p:nvPr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4183BD69-6818-CB06-6034-CE00A4BFBF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1547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A117B71B-3EC8-B92C-A314-67697593EC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1547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1" name="Text Placeholder 25">
            <a:extLst>
              <a:ext uri="{FF2B5EF4-FFF2-40B4-BE49-F238E27FC236}">
                <a16:creationId xmlns:a16="http://schemas.microsoft.com/office/drawing/2014/main" id="{DF407200-7C26-CDE8-BBBB-7AF404F60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9548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2" name="Text Placeholder 25">
            <a:extLst>
              <a:ext uri="{FF2B5EF4-FFF2-40B4-BE49-F238E27FC236}">
                <a16:creationId xmlns:a16="http://schemas.microsoft.com/office/drawing/2014/main" id="{17F54D61-54CE-0A36-4145-3BD9FFDF24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9548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4AE5EEEC-E17B-F5BF-A17E-6CEF57C8C8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450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8411F3C6-480A-ADB0-92D9-CC1B53BC2A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0450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1A4DDBDD-B6F1-FD7C-B53F-F4F6A0DDD7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28270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953158F9-183F-6A33-00F9-9DCE8EA70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270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878F3C0E-57BB-32F7-B0E0-ED45AFC8DD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37606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A7539808-3059-CE5A-C181-963DA76F52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37606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44CD3A-4DF3-D35B-5816-13031101E7F0}"/>
              </a:ext>
            </a:extLst>
          </p:cNvPr>
          <p:cNvGrpSpPr/>
          <p:nvPr userDrawn="1"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3C4B9E2-2CA2-C7A9-F4D9-3CE486A07BF6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B13AC9-1A60-F1E8-E505-0A9FEB92596D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8251AA-B075-BDEE-C55B-4F5392FEF37A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B99159-BB0C-C4A2-AD2F-FAD9F5CD6E14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D5AE211-B81E-256F-D565-11B6BFBAF5D7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632DF8C-80D0-1A1C-29CE-FE9E55C2AD42}"/>
              </a:ext>
            </a:extLst>
          </p:cNvPr>
          <p:cNvGrpSpPr/>
          <p:nvPr userDrawn="1"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9DA568F-5C4B-267F-ADCF-E4D76E081F6F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94962E-EBF2-3390-2880-7561325E1712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CB555C4-ADB9-E020-2575-B62AF6D0585B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F10E66A-8333-CA4B-5202-5D016BCB72AF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C5428BD-C194-5065-EBAA-44DED508CBE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BF194B3-D88A-C5A1-C618-00DA0A9455E6}"/>
              </a:ext>
            </a:extLst>
          </p:cNvPr>
          <p:cNvGrpSpPr/>
          <p:nvPr userDrawn="1"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F95C250-6840-F514-90C0-709A0CA3ADB7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2B22486-D718-AAE1-027A-DD583082BB88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AC0FF93-DDC8-498B-8003-E082675C4A52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9923495-BC9B-4723-75EE-AFA8A09C447C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EC00256-0979-1C56-BEA8-935803EAC8B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AC9FAEB0-7D61-0815-F8F7-79C440FE7464}"/>
              </a:ext>
            </a:extLst>
          </p:cNvPr>
          <p:cNvSpPr/>
          <p:nvPr userDrawn="1"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1CAA719-1626-02A4-FFB5-9C968FB8C2DC}"/>
              </a:ext>
            </a:extLst>
          </p:cNvPr>
          <p:cNvSpPr/>
          <p:nvPr userDrawn="1"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7BC40D9-B75F-C23F-4EC5-9CB03D181667}"/>
              </a:ext>
            </a:extLst>
          </p:cNvPr>
          <p:cNvSpPr/>
          <p:nvPr userDrawn="1"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ECE2CE3-884A-C6D7-C550-996AD84751CB}"/>
              </a:ext>
            </a:extLst>
          </p:cNvPr>
          <p:cNvSpPr/>
          <p:nvPr userDrawn="1"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E7C9FF-878A-7447-5CE8-46EBD318E7E6}"/>
              </a:ext>
            </a:extLst>
          </p:cNvPr>
          <p:cNvSpPr/>
          <p:nvPr userDrawn="1"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0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390C8192-549F-68A2-E621-E7B24AA54EEF}"/>
              </a:ext>
            </a:extLst>
          </p:cNvPr>
          <p:cNvSpPr/>
          <p:nvPr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65F7D829-E863-B2A6-A956-579C27E92A0D}"/>
              </a:ext>
            </a:extLst>
          </p:cNvPr>
          <p:cNvSpPr/>
          <p:nvPr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00FA73C-2D10-F163-67A0-F1E85BF24FF0}"/>
              </a:ext>
            </a:extLst>
          </p:cNvPr>
          <p:cNvSpPr/>
          <p:nvPr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itle 5">
            <a:extLst>
              <a:ext uri="{FF2B5EF4-FFF2-40B4-BE49-F238E27FC236}">
                <a16:creationId xmlns:a16="http://schemas.microsoft.com/office/drawing/2014/main" id="{5373FD89-520C-E7F2-0328-27EEB0D0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20729A04-2707-B233-5440-DBC34C589D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3940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B3CA3EA3-4B6C-6B10-5AF6-62373DA56F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0484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58C12D1-A119-C14D-0CE1-2BC3FE252C0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940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08E485E9-5DA4-5440-C217-15C5B498432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2110478"/>
            <a:ext cx="276865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rgbClr val="00C68D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DF94AF14-78CF-DDC2-F374-FC0DDFDAB2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2110479"/>
            <a:ext cx="2697804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2" name="Text Placeholder 25">
            <a:extLst>
              <a:ext uri="{FF2B5EF4-FFF2-40B4-BE49-F238E27FC236}">
                <a16:creationId xmlns:a16="http://schemas.microsoft.com/office/drawing/2014/main" id="{F32C6A6F-DEB4-03FF-FC38-543F0DC742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2110479"/>
            <a:ext cx="278036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2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1BE10264-807D-239C-C6B0-E9AEA765D76E}"/>
              </a:ext>
            </a:extLst>
          </p:cNvPr>
          <p:cNvSpPr/>
          <p:nvPr userDrawn="1"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F6B486A0-772F-DECF-6490-A215A88D12AD}"/>
              </a:ext>
            </a:extLst>
          </p:cNvPr>
          <p:cNvSpPr/>
          <p:nvPr userDrawn="1"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A0F39F54-4A7F-4E80-3917-2D87ACF375EB}"/>
              </a:ext>
            </a:extLst>
          </p:cNvPr>
          <p:cNvSpPr/>
          <p:nvPr userDrawn="1"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009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B3DA23-E7E2-E8D2-234F-69C913219446}"/>
              </a:ext>
            </a:extLst>
          </p:cNvPr>
          <p:cNvSpPr/>
          <p:nvPr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9474C84-AA68-E63B-C3F4-7803595369E7}"/>
              </a:ext>
            </a:extLst>
          </p:cNvPr>
          <p:cNvSpPr/>
          <p:nvPr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4477FB2-A8EE-9DAC-63DD-EA902A0F2BD5}"/>
              </a:ext>
            </a:extLst>
          </p:cNvPr>
          <p:cNvSpPr/>
          <p:nvPr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61E8D07B-ACFC-0EC3-725D-828A57E3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76E0A01-8FA3-1077-DE64-BEDF503515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86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00BBD5A4-29A6-37D6-F4C3-FB66D7F7BA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41243" y="4480772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D25ADC24-DFE1-5A45-BAED-8DC9C739D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3552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8C06E0D-04C6-0B74-66FB-DE61D53C574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3611803"/>
            <a:ext cx="276865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059C577-EF45-66DB-C133-D72F183F0C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3611803"/>
            <a:ext cx="2697804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9164CD1-1F81-16ED-ABC6-14016482E3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3611803"/>
            <a:ext cx="278036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E85919-8023-23A3-DEC8-558948938C40}"/>
              </a:ext>
            </a:extLst>
          </p:cNvPr>
          <p:cNvSpPr/>
          <p:nvPr userDrawn="1"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5ED23C33-1D94-10EE-23B8-E98F1F2F4298}"/>
              </a:ext>
            </a:extLst>
          </p:cNvPr>
          <p:cNvSpPr/>
          <p:nvPr userDrawn="1"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787F1CEA-B786-E8B0-DD7B-9DA2DD44C6B4}"/>
              </a:ext>
            </a:extLst>
          </p:cNvPr>
          <p:cNvSpPr/>
          <p:nvPr userDrawn="1"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09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F28D52-11AE-6ED2-2F9C-2377B354691A}"/>
              </a:ext>
            </a:extLst>
          </p:cNvPr>
          <p:cNvSpPr/>
          <p:nvPr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113FC8-81F2-AF79-C350-1B21A4B560A0}"/>
              </a:ext>
            </a:extLst>
          </p:cNvPr>
          <p:cNvSpPr/>
          <p:nvPr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261C3A7-FEDF-0A59-8F92-FCC03B744146}"/>
              </a:ext>
            </a:extLst>
          </p:cNvPr>
          <p:cNvSpPr/>
          <p:nvPr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5">
            <a:extLst>
              <a:ext uri="{FF2B5EF4-FFF2-40B4-BE49-F238E27FC236}">
                <a16:creationId xmlns:a16="http://schemas.microsoft.com/office/drawing/2014/main" id="{E90F214F-C836-9EAA-7810-36CF340F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5327835-402C-8DE4-D899-9D30DA806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4232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8D5483D-3ACD-6EE3-9FB0-2569CA1BA63B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601496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3600AE2-EA88-2FED-6049-C21CC279476B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8278760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44B81D7-954A-BF66-B803-E76FC3E794B1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924232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6AA9F7C-912F-441F-6020-893559F4D4C0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4601496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D5F10-3E15-F9DF-B642-0CB01C2DEA57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8278760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C00174-68FE-40AA-ADA5-968CA9FBDC37}"/>
              </a:ext>
            </a:extLst>
          </p:cNvPr>
          <p:cNvSpPr/>
          <p:nvPr userDrawn="1"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607D9950-79C1-173F-A17E-34F2C178F6E7}"/>
              </a:ext>
            </a:extLst>
          </p:cNvPr>
          <p:cNvSpPr/>
          <p:nvPr userDrawn="1"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FA184632-39F6-0C5C-49C8-D7BBD4D0289C}"/>
              </a:ext>
            </a:extLst>
          </p:cNvPr>
          <p:cNvSpPr/>
          <p:nvPr userDrawn="1"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015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DF94EA6F-67D2-2D1D-DE6C-2FE10A5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32" y="225425"/>
            <a:ext cx="11384826" cy="827088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05F699FC-F872-4F2D-0FC3-2A86B8B5B8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603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90D9F3D-EE26-901E-9C23-D8E1F231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86425" y="4516969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29A68A22-F747-24E4-34E3-BB07606958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74638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FACBCFFC-4E68-5A92-BB2A-AFC48378A8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77482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0788435-413D-7D3C-223A-30AC9CF427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1790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8395F50B-0280-E25D-54E9-88AC3DBD79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70609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13884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4219B4-8BC2-2F19-005B-4B29AB7A3A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EA0306-2B4C-2DCE-B1D0-73B4C6942CCF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D0338B08-126F-39BB-25D1-2174D6A1DDF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3695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14C391A5-9B68-C98F-D776-E0BDEFAD57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FC339B-6635-C753-9DB7-83D50FFFA2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BBDA64-683A-991C-A773-80E34717E4C3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27845EF2-F7E9-1BBB-71F1-E884920887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0428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ECB9B5A0-8635-B513-9571-388F0D5A3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0F01D-C4B2-C661-DEE6-792274CADD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1598EF-84D3-A056-F4AA-714E4030E443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ECF1803D-FEBA-455E-7E27-9E92632D115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0173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6983481D-3CD6-FE57-D95F-94D32C8CEB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pic>
        <p:nvPicPr>
          <p:cNvPr id="3" name="Picture 2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6A250EF1-9793-EB48-C18A-63CB79A833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FC20F0-06CB-E8C0-75CA-A8814853FBA1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18D17A9F-511B-BCB7-3CBE-54B17857749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2451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951F4-8445-44AF-F977-7CF2D82D1CD5}"/>
              </a:ext>
            </a:extLst>
          </p:cNvPr>
          <p:cNvCxnSpPr>
            <a:cxnSpLocks/>
          </p:cNvCxnSpPr>
          <p:nvPr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328C6-5E43-20CC-F085-7A84DCDEF258}"/>
              </a:ext>
            </a:extLst>
          </p:cNvPr>
          <p:cNvCxnSpPr>
            <a:cxnSpLocks/>
          </p:cNvCxnSpPr>
          <p:nvPr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47F21-6639-B514-2F1B-96D59A162F1D}"/>
              </a:ext>
            </a:extLst>
          </p:cNvPr>
          <p:cNvCxnSpPr>
            <a:cxnSpLocks/>
          </p:cNvCxnSpPr>
          <p:nvPr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8EE40E-31F0-BA47-078B-097048A4ACA5}"/>
              </a:ext>
            </a:extLst>
          </p:cNvPr>
          <p:cNvCxnSpPr>
            <a:cxnSpLocks/>
          </p:cNvCxnSpPr>
          <p:nvPr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CBDFF8-774C-2F99-982F-40B1C46229A3}"/>
              </a:ext>
            </a:extLst>
          </p:cNvPr>
          <p:cNvCxnSpPr>
            <a:cxnSpLocks/>
          </p:cNvCxnSpPr>
          <p:nvPr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98F95D0-919A-5034-A713-2165538AD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1279-FC64-D4DA-A922-54D697E2838A}"/>
              </a:ext>
            </a:extLst>
          </p:cNvPr>
          <p:cNvSpPr txBox="1"/>
          <p:nvPr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F307E-7EA2-779E-FD2F-410838C693A4}"/>
              </a:ext>
            </a:extLst>
          </p:cNvPr>
          <p:cNvSpPr txBox="1"/>
          <p:nvPr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C6EAC-53C0-46DC-34E3-1A8C25CD4210}"/>
              </a:ext>
            </a:extLst>
          </p:cNvPr>
          <p:cNvSpPr txBox="1"/>
          <p:nvPr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CCAB8-AABE-0FEF-3201-9592336DEE28}"/>
              </a:ext>
            </a:extLst>
          </p:cNvPr>
          <p:cNvSpPr txBox="1"/>
          <p:nvPr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2C4D-D075-AFF6-8D63-38331922FADF}"/>
              </a:ext>
            </a:extLst>
          </p:cNvPr>
          <p:cNvSpPr txBox="1"/>
          <p:nvPr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50F81-CC07-9D20-A4F2-53A5540C40AC}"/>
              </a:ext>
            </a:extLst>
          </p:cNvPr>
          <p:cNvSpPr txBox="1"/>
          <p:nvPr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53889-A29E-9613-9DE4-8983B9E4E13F}"/>
              </a:ext>
            </a:extLst>
          </p:cNvPr>
          <p:cNvSpPr txBox="1"/>
          <p:nvPr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E2FFAE-3D49-A2E3-2FB9-EE404301DDAC}"/>
              </a:ext>
            </a:extLst>
          </p:cNvPr>
          <p:cNvSpPr txBox="1"/>
          <p:nvPr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26493-F234-486C-415F-130F7305EFA4}"/>
              </a:ext>
            </a:extLst>
          </p:cNvPr>
          <p:cNvSpPr txBox="1"/>
          <p:nvPr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DCCF-C70E-173C-B430-8F97A94A7EE6}"/>
              </a:ext>
            </a:extLst>
          </p:cNvPr>
          <p:cNvSpPr txBox="1"/>
          <p:nvPr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828699-7696-73C4-C3EF-D1D02F0D20B5}"/>
              </a:ext>
            </a:extLst>
          </p:cNvPr>
          <p:cNvCxnSpPr>
            <a:cxnSpLocks/>
          </p:cNvCxnSpPr>
          <p:nvPr userDrawn="1"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B2854C-326C-B0A4-3800-C6FE10CA500F}"/>
              </a:ext>
            </a:extLst>
          </p:cNvPr>
          <p:cNvCxnSpPr>
            <a:cxnSpLocks/>
          </p:cNvCxnSpPr>
          <p:nvPr userDrawn="1"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B10B33-451C-F6D5-7B6B-5566B9148D5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6775E3-7D6C-C5DF-7341-8ECB92EA8F00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E48F9D-63DB-462E-0031-3C09A587CBB8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FBC14973-6A01-D270-E31E-CBDE7186F6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8F13F6-77B8-CABE-9756-2C43065CC73A}"/>
              </a:ext>
            </a:extLst>
          </p:cNvPr>
          <p:cNvSpPr txBox="1"/>
          <p:nvPr userDrawn="1"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E7919-2108-7330-D6B6-37BEEBDF4612}"/>
              </a:ext>
            </a:extLst>
          </p:cNvPr>
          <p:cNvSpPr txBox="1"/>
          <p:nvPr userDrawn="1"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3EF138-05E0-FB24-D1EF-322BCCF88571}"/>
              </a:ext>
            </a:extLst>
          </p:cNvPr>
          <p:cNvSpPr txBox="1"/>
          <p:nvPr userDrawn="1"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04B87C-8C74-1878-1F3B-364FC6176425}"/>
              </a:ext>
            </a:extLst>
          </p:cNvPr>
          <p:cNvSpPr txBox="1"/>
          <p:nvPr userDrawn="1"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C81294-28EA-CC36-A8F4-AC7AA9C21811}"/>
              </a:ext>
            </a:extLst>
          </p:cNvPr>
          <p:cNvSpPr txBox="1"/>
          <p:nvPr userDrawn="1"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52C2C2-EA79-00A0-B902-13CCC1BA7043}"/>
              </a:ext>
            </a:extLst>
          </p:cNvPr>
          <p:cNvSpPr txBox="1"/>
          <p:nvPr userDrawn="1"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19363D-8C62-D7EF-22AD-7F434158E81B}"/>
              </a:ext>
            </a:extLst>
          </p:cNvPr>
          <p:cNvSpPr txBox="1"/>
          <p:nvPr userDrawn="1"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6B4C0-817C-96CC-9439-A154D0F00C07}"/>
              </a:ext>
            </a:extLst>
          </p:cNvPr>
          <p:cNvSpPr txBox="1"/>
          <p:nvPr userDrawn="1"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18248C-BD96-DC28-2406-419B08DE6444}"/>
              </a:ext>
            </a:extLst>
          </p:cNvPr>
          <p:cNvSpPr txBox="1"/>
          <p:nvPr userDrawn="1"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D57086-C64C-59D8-FDDC-C2761AA7CE8C}"/>
              </a:ext>
            </a:extLst>
          </p:cNvPr>
          <p:cNvSpPr txBox="1"/>
          <p:nvPr userDrawn="1"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3404303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24299-3911-C967-F554-54B90E577995}"/>
              </a:ext>
            </a:extLst>
          </p:cNvPr>
          <p:cNvSpPr/>
          <p:nvPr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FD4347-E828-76AB-B11D-F9F5D3E3B2F8}"/>
              </a:ext>
            </a:extLst>
          </p:cNvPr>
          <p:cNvSpPr/>
          <p:nvPr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BFB79ED-A0D4-F89B-323E-E6D1FC85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33DAD3-145C-3A9D-DA2F-1249C79E17EF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CC5389-CD66-7A13-432D-A3D6FA4AFD68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20339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2A1EA4FF-DE2D-7CA8-05D1-FB9E74E284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54365182-9BDE-BA12-73A6-02D3BD1BA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209C63-2A16-F734-B100-76CE7C4D7B47}"/>
              </a:ext>
            </a:extLst>
          </p:cNvPr>
          <p:cNvSpPr/>
          <p:nvPr userDrawn="1"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9BA763-5B7A-86C5-FA28-720B4E7F2A4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642D1D-833F-44F7-8EAE-9B6353E8A51F}"/>
              </a:ext>
            </a:extLst>
          </p:cNvPr>
          <p:cNvSpPr txBox="1"/>
          <p:nvPr userDrawn="1"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1531767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42" Type="http://schemas.openxmlformats.org/officeDocument/2006/relationships/slideLayout" Target="../slideLayouts/slideLayout120.xml"/><Relationship Id="rId47" Type="http://schemas.openxmlformats.org/officeDocument/2006/relationships/slideLayout" Target="../slideLayouts/slideLayout125.xml"/><Relationship Id="rId50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slideLayout" Target="../slideLayouts/slideLayout118.xml"/><Relationship Id="rId45" Type="http://schemas.openxmlformats.org/officeDocument/2006/relationships/slideLayout" Target="../slideLayouts/slideLayout123.xml"/><Relationship Id="rId53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83.xml"/><Relationship Id="rId61" Type="http://schemas.openxmlformats.org/officeDocument/2006/relationships/image" Target="../media/image2.svg"/><Relationship Id="rId1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43" Type="http://schemas.openxmlformats.org/officeDocument/2006/relationships/slideLayout" Target="../slideLayouts/slideLayout121.xml"/><Relationship Id="rId48" Type="http://schemas.openxmlformats.org/officeDocument/2006/relationships/slideLayout" Target="../slideLayouts/slideLayout126.xml"/><Relationship Id="rId56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86.xml"/><Relationship Id="rId51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46" Type="http://schemas.openxmlformats.org/officeDocument/2006/relationships/slideLayout" Target="../slideLayouts/slideLayout124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119.xml"/><Relationship Id="rId54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49" Type="http://schemas.openxmlformats.org/officeDocument/2006/relationships/slideLayout" Target="../slideLayouts/slideLayout127.xml"/><Relationship Id="rId57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9.xml"/><Relationship Id="rId44" Type="http://schemas.openxmlformats.org/officeDocument/2006/relationships/slideLayout" Target="../slideLayouts/slideLayout122.xml"/><Relationship Id="rId52" Type="http://schemas.openxmlformats.org/officeDocument/2006/relationships/slideLayout" Target="../slideLayouts/slideLayout130.xml"/><Relationship Id="rId60" Type="http://schemas.openxmlformats.org/officeDocument/2006/relationships/image" Target="../media/image1.png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 userDrawn="1"/>
        </p:nvPicPr>
        <p:blipFill>
          <a:blip r:embed="rId59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4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5" r:id="rId1"/>
    <p:sldLayoutId id="2147484163" r:id="rId2"/>
    <p:sldLayoutId id="2147484401" r:id="rId3"/>
    <p:sldLayoutId id="2147484403" r:id="rId4"/>
    <p:sldLayoutId id="2147484404" r:id="rId5"/>
    <p:sldLayoutId id="2147484371" r:id="rId6"/>
    <p:sldLayoutId id="2147484372" r:id="rId7"/>
    <p:sldLayoutId id="2147484432" r:id="rId8"/>
    <p:sldLayoutId id="2147484373" r:id="rId9"/>
    <p:sldLayoutId id="2147484435" r:id="rId10"/>
    <p:sldLayoutId id="2147484354" r:id="rId11"/>
    <p:sldLayoutId id="2147484356" r:id="rId12"/>
    <p:sldLayoutId id="2147484359" r:id="rId13"/>
    <p:sldLayoutId id="2147484433" r:id="rId14"/>
    <p:sldLayoutId id="2147484176" r:id="rId15"/>
    <p:sldLayoutId id="2147484374" r:id="rId16"/>
    <p:sldLayoutId id="2147484376" r:id="rId17"/>
    <p:sldLayoutId id="2147484377" r:id="rId18"/>
    <p:sldLayoutId id="2147484437" r:id="rId19"/>
    <p:sldLayoutId id="2147484390" r:id="rId20"/>
    <p:sldLayoutId id="2147484394" r:id="rId21"/>
    <p:sldLayoutId id="2147484395" r:id="rId22"/>
    <p:sldLayoutId id="2147484396" r:id="rId23"/>
    <p:sldLayoutId id="2147484378" r:id="rId24"/>
    <p:sldLayoutId id="2147484379" r:id="rId25"/>
    <p:sldLayoutId id="2147484380" r:id="rId26"/>
    <p:sldLayoutId id="2147484381" r:id="rId27"/>
    <p:sldLayoutId id="2147484397" r:id="rId28"/>
    <p:sldLayoutId id="2147484434" r:id="rId29"/>
    <p:sldLayoutId id="2147484398" r:id="rId30"/>
    <p:sldLayoutId id="2147484436" r:id="rId31"/>
    <p:sldLayoutId id="2147484399" r:id="rId32"/>
    <p:sldLayoutId id="2147484400" r:id="rId33"/>
    <p:sldLayoutId id="2147484426" r:id="rId34"/>
    <p:sldLayoutId id="2147484417" r:id="rId35"/>
    <p:sldLayoutId id="2147484418" r:id="rId36"/>
    <p:sldLayoutId id="2147484419" r:id="rId37"/>
    <p:sldLayoutId id="2147484420" r:id="rId38"/>
    <p:sldLayoutId id="2147484421" r:id="rId39"/>
    <p:sldLayoutId id="2147484438" r:id="rId40"/>
    <p:sldLayoutId id="2147484422" r:id="rId41"/>
    <p:sldLayoutId id="2147484423" r:id="rId42"/>
    <p:sldLayoutId id="2147484424" r:id="rId43"/>
    <p:sldLayoutId id="2147484425" r:id="rId44"/>
    <p:sldLayoutId id="2147484427" r:id="rId45"/>
    <p:sldLayoutId id="2147484428" r:id="rId46"/>
    <p:sldLayoutId id="2147484429" r:id="rId47"/>
    <p:sldLayoutId id="2147484430" r:id="rId48"/>
    <p:sldLayoutId id="2147484431" r:id="rId49"/>
    <p:sldLayoutId id="2147484406" r:id="rId50"/>
    <p:sldLayoutId id="2147484407" r:id="rId51"/>
    <p:sldLayoutId id="2147484408" r:id="rId52"/>
    <p:sldLayoutId id="2147484409" r:id="rId53"/>
    <p:sldLayoutId id="2147484412" r:id="rId54"/>
    <p:sldLayoutId id="2147484413" r:id="rId55"/>
    <p:sldLayoutId id="2147484186" r:id="rId56"/>
    <p:sldLayoutId id="2147484442" r:id="rId5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540215"/>
            <a:ext cx="11306176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371599"/>
            <a:ext cx="11306176" cy="48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177C84-5FDD-79A3-4CFB-12761ADB2C15}"/>
              </a:ext>
            </a:extLst>
          </p:cNvPr>
          <p:cNvSpPr/>
          <p:nvPr userDrawn="1"/>
        </p:nvSpPr>
        <p:spPr>
          <a:xfrm>
            <a:off x="534733" y="1135677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92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4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  <p:sldLayoutId id="2147484455" r:id="rId12"/>
    <p:sldLayoutId id="2147484456" r:id="rId13"/>
    <p:sldLayoutId id="2147484457" r:id="rId14"/>
    <p:sldLayoutId id="2147484458" r:id="rId15"/>
    <p:sldLayoutId id="2147484459" r:id="rId16"/>
    <p:sldLayoutId id="2147484460" r:id="rId17"/>
    <p:sldLayoutId id="2147484461" r:id="rId18"/>
    <p:sldLayoutId id="2147484462" r:id="rId19"/>
    <p:sldLayoutId id="2147484463" r:id="rId20"/>
    <p:sldLayoutId id="2147484464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 cap="all" spc="4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Wingdings" pitchFamily="2" charset="2"/>
        <a:buChar char="§"/>
        <a:tabLst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287A7FC6-4A99-117B-A9E4-43DC38FD2990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D307AA-DC58-8860-4281-46DE4999E891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1C53E388-B3F4-52FD-E4A8-22AB40C22F5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6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  <p:sldLayoutId id="2147484477" r:id="rId12"/>
    <p:sldLayoutId id="2147484478" r:id="rId13"/>
    <p:sldLayoutId id="2147484479" r:id="rId14"/>
    <p:sldLayoutId id="2147484480" r:id="rId15"/>
    <p:sldLayoutId id="2147484481" r:id="rId16"/>
    <p:sldLayoutId id="2147484482" r:id="rId17"/>
    <p:sldLayoutId id="2147484483" r:id="rId18"/>
    <p:sldLayoutId id="2147484484" r:id="rId19"/>
    <p:sldLayoutId id="2147484485" r:id="rId20"/>
    <p:sldLayoutId id="2147484486" r:id="rId21"/>
    <p:sldLayoutId id="2147484487" r:id="rId22"/>
    <p:sldLayoutId id="2147484488" r:id="rId23"/>
    <p:sldLayoutId id="2147484489" r:id="rId24"/>
    <p:sldLayoutId id="2147484490" r:id="rId25"/>
    <p:sldLayoutId id="2147484491" r:id="rId26"/>
    <p:sldLayoutId id="2147484492" r:id="rId27"/>
    <p:sldLayoutId id="2147484493" r:id="rId28"/>
    <p:sldLayoutId id="2147484494" r:id="rId29"/>
    <p:sldLayoutId id="2147484495" r:id="rId30"/>
    <p:sldLayoutId id="2147484496" r:id="rId31"/>
    <p:sldLayoutId id="2147484497" r:id="rId32"/>
    <p:sldLayoutId id="2147484498" r:id="rId33"/>
    <p:sldLayoutId id="2147484499" r:id="rId34"/>
    <p:sldLayoutId id="2147484500" r:id="rId35"/>
    <p:sldLayoutId id="2147484501" r:id="rId36"/>
    <p:sldLayoutId id="2147484502" r:id="rId37"/>
    <p:sldLayoutId id="2147484503" r:id="rId38"/>
    <p:sldLayoutId id="2147484504" r:id="rId39"/>
    <p:sldLayoutId id="2147484505" r:id="rId40"/>
    <p:sldLayoutId id="2147484506" r:id="rId41"/>
    <p:sldLayoutId id="2147484507" r:id="rId42"/>
    <p:sldLayoutId id="2147484508" r:id="rId43"/>
    <p:sldLayoutId id="2147484509" r:id="rId44"/>
    <p:sldLayoutId id="2147484510" r:id="rId45"/>
    <p:sldLayoutId id="2147484511" r:id="rId46"/>
    <p:sldLayoutId id="2147484512" r:id="rId47"/>
    <p:sldLayoutId id="2147484513" r:id="rId48"/>
    <p:sldLayoutId id="2147484514" r:id="rId49"/>
    <p:sldLayoutId id="2147484515" r:id="rId50"/>
    <p:sldLayoutId id="2147484516" r:id="rId51"/>
    <p:sldLayoutId id="2147484517" r:id="rId52"/>
    <p:sldLayoutId id="2147484518" r:id="rId53"/>
    <p:sldLayoutId id="2147484519" r:id="rId54"/>
    <p:sldLayoutId id="2147484520" r:id="rId55"/>
    <p:sldLayoutId id="2147484521" r:id="rId56"/>
    <p:sldLayoutId id="2147484522" r:id="rId57"/>
    <p:sldLayoutId id="2147484523" r:id="rId5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ED7CF-826A-2B99-1799-DA52BDAE787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72238"/>
            <a:ext cx="8255000" cy="249237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BA456-06AA-B88E-5A03-D1EA00DDE0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0838" y="6486525"/>
            <a:ext cx="411162" cy="247650"/>
          </a:xfrm>
        </p:spPr>
        <p:txBody>
          <a:bodyPr/>
          <a:lstStyle/>
          <a:p>
            <a:fld id="{9FA35C58-AF1F-6E44-9CA6-D1E4B719D25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97CA3-B86D-214F-A209-3E1DD931C492}"/>
              </a:ext>
            </a:extLst>
          </p:cNvPr>
          <p:cNvSpPr/>
          <p:nvPr/>
        </p:nvSpPr>
        <p:spPr>
          <a:xfrm>
            <a:off x="1041009" y="998806"/>
            <a:ext cx="10128740" cy="5008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pic>
        <p:nvPicPr>
          <p:cNvPr id="1026" name="Picture 2" descr="The NVIDIA logo vertical format is the preferred format">
            <a:extLst>
              <a:ext uri="{FF2B5EF4-FFF2-40B4-BE49-F238E27FC236}">
                <a16:creationId xmlns:a16="http://schemas.microsoft.com/office/drawing/2014/main" id="{7CBC9D3B-D23C-0230-98D7-476E24491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655" y="2176669"/>
            <a:ext cx="4450412" cy="250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317C41-D8A8-1769-605B-3A56B1263456}"/>
              </a:ext>
            </a:extLst>
          </p:cNvPr>
          <p:cNvCxnSpPr/>
          <p:nvPr/>
        </p:nvCxnSpPr>
        <p:spPr>
          <a:xfrm>
            <a:off x="6105379" y="2285845"/>
            <a:ext cx="0" cy="25642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58BC7CBA-666B-F457-1130-0F9548409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703" y="2279792"/>
            <a:ext cx="2653944" cy="23026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3A8A70-A9DF-20EE-C5A4-46A3C8FA6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050" y="3360181"/>
            <a:ext cx="68453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2761-4895-DB7C-3114-2EE741AA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7E7F6-375A-3943-D8A9-53194C463CC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72238"/>
            <a:ext cx="8255000" cy="249237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DE199-D3A3-E4BD-575B-FDF7842096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0838" y="6486525"/>
            <a:ext cx="411162" cy="247650"/>
          </a:xfrm>
        </p:spPr>
        <p:txBody>
          <a:bodyPr/>
          <a:lstStyle/>
          <a:p>
            <a:fld id="{9FA35C58-AF1F-6E44-9CA6-D1E4B719D25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76F5D-2643-F083-8934-19775C26F585}"/>
              </a:ext>
            </a:extLst>
          </p:cNvPr>
          <p:cNvSpPr/>
          <p:nvPr/>
        </p:nvSpPr>
        <p:spPr>
          <a:xfrm>
            <a:off x="1041009" y="998806"/>
            <a:ext cx="10128740" cy="5008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8CE173-E229-DD02-5D56-9B2803AAEAA4}"/>
              </a:ext>
            </a:extLst>
          </p:cNvPr>
          <p:cNvCxnSpPr/>
          <p:nvPr/>
        </p:nvCxnSpPr>
        <p:spPr>
          <a:xfrm>
            <a:off x="6105379" y="2285845"/>
            <a:ext cx="0" cy="25642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025AB944-6858-4D59-8EA8-428EEDC8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703" y="2279792"/>
            <a:ext cx="2653944" cy="23026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689E4D-FA6B-A42E-BF78-BDA4D9AFF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66" y="2703764"/>
            <a:ext cx="3833251" cy="17158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163472-CE65-B272-B37B-7625D5530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862842"/>
            <a:ext cx="7772400" cy="279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5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1278-CD1A-DB13-CDAE-0B40DC86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0C8844C-2A5D-727B-09D4-E6E67731D1D7}"/>
              </a:ext>
            </a:extLst>
          </p:cNvPr>
          <p:cNvSpPr/>
          <p:nvPr/>
        </p:nvSpPr>
        <p:spPr>
          <a:xfrm>
            <a:off x="1909893" y="839434"/>
            <a:ext cx="9928162" cy="34834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 Kubernetes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E3A02-0FBE-847D-A7E9-866405C114FD}"/>
              </a:ext>
            </a:extLst>
          </p:cNvPr>
          <p:cNvSpPr/>
          <p:nvPr/>
        </p:nvSpPr>
        <p:spPr>
          <a:xfrm>
            <a:off x="2167256" y="2374829"/>
            <a:ext cx="1622113" cy="99605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Chat App</a:t>
            </a:r>
          </a:p>
          <a:p>
            <a:pPr algn="ctr"/>
            <a:r>
              <a:rPr lang="en-US" dirty="0"/>
              <a:t>&amp; AI Agent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EE0EB9-84B0-A72A-661E-F6CB6F796CA3}"/>
              </a:ext>
            </a:extLst>
          </p:cNvPr>
          <p:cNvCxnSpPr>
            <a:cxnSpLocks/>
          </p:cNvCxnSpPr>
          <p:nvPr/>
        </p:nvCxnSpPr>
        <p:spPr>
          <a:xfrm>
            <a:off x="5977478" y="2881774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4D78FCC-D814-48B0-0698-B14538D704A1}"/>
              </a:ext>
            </a:extLst>
          </p:cNvPr>
          <p:cNvSpPr/>
          <p:nvPr/>
        </p:nvSpPr>
        <p:spPr>
          <a:xfrm>
            <a:off x="1909886" y="5560073"/>
            <a:ext cx="9928162" cy="48841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5BD13B-3F48-0770-58FB-6E7E5F277B3B}"/>
              </a:ext>
            </a:extLst>
          </p:cNvPr>
          <p:cNvSpPr txBox="1"/>
          <p:nvPr/>
        </p:nvSpPr>
        <p:spPr>
          <a:xfrm>
            <a:off x="5911268" y="4408978"/>
            <a:ext cx="28454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Application Traces + Inference metrics + GPU Metrics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002C6B0-1344-22F6-5BE6-D88E9541B817}"/>
              </a:ext>
            </a:extLst>
          </p:cNvPr>
          <p:cNvSpPr/>
          <p:nvPr/>
        </p:nvSpPr>
        <p:spPr>
          <a:xfrm>
            <a:off x="4284653" y="2368342"/>
            <a:ext cx="1626615" cy="99605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OTel Collector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F862B7-417B-4FC4-7443-7E747E7F5A04}"/>
              </a:ext>
            </a:extLst>
          </p:cNvPr>
          <p:cNvSpPr/>
          <p:nvPr/>
        </p:nvSpPr>
        <p:spPr>
          <a:xfrm>
            <a:off x="2167257" y="1358326"/>
            <a:ext cx="1626615" cy="9228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GPU Metrics</a:t>
            </a:r>
          </a:p>
          <a:p>
            <a:pPr algn="ctr"/>
            <a:r>
              <a:rPr lang="en-US" sz="1400" dirty="0"/>
              <a:t>NVIDIA DCGM</a:t>
            </a:r>
          </a:p>
          <a:p>
            <a:pPr algn="ctr"/>
            <a:r>
              <a:rPr lang="en-US" sz="1400" dirty="0"/>
              <a:t>Exporter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BDDFC-8E60-3445-E1A9-BCBD90FAE15A}"/>
              </a:ext>
            </a:extLst>
          </p:cNvPr>
          <p:cNvSpPr/>
          <p:nvPr/>
        </p:nvSpPr>
        <p:spPr>
          <a:xfrm>
            <a:off x="2167256" y="3554415"/>
            <a:ext cx="9305687" cy="47907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/>
              <a:t>Dynatrace Kubernetes 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ABD2A-9000-4146-CA98-C566DD258343}"/>
              </a:ext>
            </a:extLst>
          </p:cNvPr>
          <p:cNvSpPr/>
          <p:nvPr/>
        </p:nvSpPr>
        <p:spPr>
          <a:xfrm>
            <a:off x="6486368" y="2086683"/>
            <a:ext cx="4949472" cy="317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D6C24-3824-A8F8-EEF3-158E129F7279}"/>
              </a:ext>
            </a:extLst>
          </p:cNvPr>
          <p:cNvSpPr txBox="1"/>
          <p:nvPr/>
        </p:nvSpPr>
        <p:spPr>
          <a:xfrm>
            <a:off x="3063753" y="4409063"/>
            <a:ext cx="16953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Kubernetes platform health and logs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CF409B-875A-EDAA-AA04-077AF8764173}"/>
              </a:ext>
            </a:extLst>
          </p:cNvPr>
          <p:cNvCxnSpPr>
            <a:cxnSpLocks/>
          </p:cNvCxnSpPr>
          <p:nvPr/>
        </p:nvCxnSpPr>
        <p:spPr>
          <a:xfrm>
            <a:off x="3776292" y="2911548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0011B33-5C02-F645-F412-FFF5F323818B}"/>
              </a:ext>
            </a:extLst>
          </p:cNvPr>
          <p:cNvCxnSpPr>
            <a:cxnSpLocks/>
          </p:cNvCxnSpPr>
          <p:nvPr/>
        </p:nvCxnSpPr>
        <p:spPr>
          <a:xfrm>
            <a:off x="5699369" y="3237398"/>
            <a:ext cx="0" cy="2297275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09AE36-6685-3B2F-BD53-74716D50AB47}"/>
              </a:ext>
            </a:extLst>
          </p:cNvPr>
          <p:cNvCxnSpPr>
            <a:cxnSpLocks/>
          </p:cNvCxnSpPr>
          <p:nvPr/>
        </p:nvCxnSpPr>
        <p:spPr>
          <a:xfrm>
            <a:off x="2959734" y="4098741"/>
            <a:ext cx="0" cy="1435932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ynatrace Logo, symbol, meaning, history, PNG, brand">
            <a:extLst>
              <a:ext uri="{FF2B5EF4-FFF2-40B4-BE49-F238E27FC236}">
                <a16:creationId xmlns:a16="http://schemas.microsoft.com/office/drawing/2014/main" id="{91D47E36-B1BE-B2E5-B6A8-D02BA53E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360" y="5300068"/>
            <a:ext cx="1846230" cy="10338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C37FFBE-5B7A-BD58-2BAB-BF4F95714185}"/>
              </a:ext>
            </a:extLst>
          </p:cNvPr>
          <p:cNvSpPr/>
          <p:nvPr/>
        </p:nvSpPr>
        <p:spPr>
          <a:xfrm>
            <a:off x="7741007" y="2451853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text embedding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0BA69E-895E-E8B6-38CA-7FD7CFCE9776}"/>
              </a:ext>
            </a:extLst>
          </p:cNvPr>
          <p:cNvSpPr/>
          <p:nvPr/>
        </p:nvSpPr>
        <p:spPr>
          <a:xfrm>
            <a:off x="6479571" y="2451853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conversational LLM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F7C11C-E234-964C-6787-2B11B7C1F931}"/>
              </a:ext>
            </a:extLst>
          </p:cNvPr>
          <p:cNvSpPr/>
          <p:nvPr/>
        </p:nvSpPr>
        <p:spPr>
          <a:xfrm>
            <a:off x="10245942" y="2465489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Topic control guardrail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76B9D4-A813-608F-AF49-AEA5EE6E517C}"/>
              </a:ext>
            </a:extLst>
          </p:cNvPr>
          <p:cNvSpPr/>
          <p:nvPr/>
        </p:nvSpPr>
        <p:spPr>
          <a:xfrm>
            <a:off x="8984506" y="2465489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content safety guardrail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F9F00D-801E-ACD0-0C78-1EB2D9854FFE}"/>
              </a:ext>
            </a:extLst>
          </p:cNvPr>
          <p:cNvSpPr/>
          <p:nvPr/>
        </p:nvSpPr>
        <p:spPr>
          <a:xfrm>
            <a:off x="335309" y="2344633"/>
            <a:ext cx="1345529" cy="9046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AI Native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Web Search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FD50D1B-0C2A-9726-5A92-9DA5C82E3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13" y="2746448"/>
            <a:ext cx="1219200" cy="4572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9F5498F-7F54-D795-E292-A431E13D6E50}"/>
              </a:ext>
            </a:extLst>
          </p:cNvPr>
          <p:cNvCxnSpPr>
            <a:cxnSpLocks/>
          </p:cNvCxnSpPr>
          <p:nvPr/>
        </p:nvCxnSpPr>
        <p:spPr>
          <a:xfrm>
            <a:off x="1680838" y="2872322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CA2FE5-E56D-E26E-08AF-42F50AE1FDE3}"/>
              </a:ext>
            </a:extLst>
          </p:cNvPr>
          <p:cNvCxnSpPr>
            <a:cxnSpLocks/>
          </p:cNvCxnSpPr>
          <p:nvPr/>
        </p:nvCxnSpPr>
        <p:spPr>
          <a:xfrm>
            <a:off x="3826564" y="2051831"/>
            <a:ext cx="407817" cy="229302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09443817-5C62-5BAC-B4D7-E44841A71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543" y="62364"/>
            <a:ext cx="2770858" cy="124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2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F50F-CB9E-C1D8-E1B7-AB80BB90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C70925-2703-0A06-AA22-42495322DAFB}"/>
              </a:ext>
            </a:extLst>
          </p:cNvPr>
          <p:cNvSpPr/>
          <p:nvPr/>
        </p:nvSpPr>
        <p:spPr>
          <a:xfrm>
            <a:off x="1909893" y="839434"/>
            <a:ext cx="9928162" cy="34834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 Kubernetes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F97CE-29A3-7DA6-8723-211FD70A3AD2}"/>
              </a:ext>
            </a:extLst>
          </p:cNvPr>
          <p:cNvSpPr/>
          <p:nvPr/>
        </p:nvSpPr>
        <p:spPr>
          <a:xfrm>
            <a:off x="2167256" y="2374829"/>
            <a:ext cx="1622113" cy="99605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Chat App</a:t>
            </a:r>
          </a:p>
          <a:p>
            <a:pPr algn="ctr"/>
            <a:r>
              <a:rPr lang="en-US" dirty="0"/>
              <a:t>&amp; AI Agent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B63B9D-7C1B-3170-3AEE-92D98F885997}"/>
              </a:ext>
            </a:extLst>
          </p:cNvPr>
          <p:cNvCxnSpPr>
            <a:cxnSpLocks/>
          </p:cNvCxnSpPr>
          <p:nvPr/>
        </p:nvCxnSpPr>
        <p:spPr>
          <a:xfrm>
            <a:off x="5977478" y="2881774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9C803DF-656F-E100-77A3-E2DEFB46730E}"/>
              </a:ext>
            </a:extLst>
          </p:cNvPr>
          <p:cNvSpPr/>
          <p:nvPr/>
        </p:nvSpPr>
        <p:spPr>
          <a:xfrm>
            <a:off x="1909886" y="5560073"/>
            <a:ext cx="9928162" cy="48841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8DE412-17D6-34E6-EDF2-6D1DDADECBDE}"/>
              </a:ext>
            </a:extLst>
          </p:cNvPr>
          <p:cNvSpPr txBox="1"/>
          <p:nvPr/>
        </p:nvSpPr>
        <p:spPr>
          <a:xfrm>
            <a:off x="5911268" y="4408978"/>
            <a:ext cx="28454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Application Traces + Inference metrics + GPU Metrics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B12CC03-0021-DFAC-C745-ACF56B8C3791}"/>
              </a:ext>
            </a:extLst>
          </p:cNvPr>
          <p:cNvSpPr/>
          <p:nvPr/>
        </p:nvSpPr>
        <p:spPr>
          <a:xfrm>
            <a:off x="4284653" y="2368342"/>
            <a:ext cx="1626615" cy="99605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OTel Collector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07B231D-A514-B395-9CD8-53BC48B71F3B}"/>
              </a:ext>
            </a:extLst>
          </p:cNvPr>
          <p:cNvSpPr/>
          <p:nvPr/>
        </p:nvSpPr>
        <p:spPr>
          <a:xfrm>
            <a:off x="2167257" y="1358326"/>
            <a:ext cx="1626615" cy="9228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GPU Metrics</a:t>
            </a:r>
          </a:p>
          <a:p>
            <a:pPr algn="ctr"/>
            <a:r>
              <a:rPr lang="en-US" sz="1400" dirty="0"/>
              <a:t>NVIDIA DCGM</a:t>
            </a:r>
          </a:p>
          <a:p>
            <a:pPr algn="ctr"/>
            <a:r>
              <a:rPr lang="en-US" sz="1400" dirty="0"/>
              <a:t>Exporter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07126-EC4E-00A3-695E-8E92515C379A}"/>
              </a:ext>
            </a:extLst>
          </p:cNvPr>
          <p:cNvSpPr/>
          <p:nvPr/>
        </p:nvSpPr>
        <p:spPr>
          <a:xfrm>
            <a:off x="2167256" y="3554415"/>
            <a:ext cx="9305687" cy="47907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/>
              <a:t>Dynatrace Kubernetes 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65A1B-DFDC-697A-C137-F19E85645BEB}"/>
              </a:ext>
            </a:extLst>
          </p:cNvPr>
          <p:cNvSpPr/>
          <p:nvPr/>
        </p:nvSpPr>
        <p:spPr>
          <a:xfrm>
            <a:off x="6486368" y="2086683"/>
            <a:ext cx="4949472" cy="317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C91C80-F67A-962D-2637-948CD85DFC0C}"/>
              </a:ext>
            </a:extLst>
          </p:cNvPr>
          <p:cNvSpPr txBox="1"/>
          <p:nvPr/>
        </p:nvSpPr>
        <p:spPr>
          <a:xfrm>
            <a:off x="3063753" y="4409063"/>
            <a:ext cx="16953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Kubernetes platform health and logs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525382-053C-15C1-6A57-36BE29A56F86}"/>
              </a:ext>
            </a:extLst>
          </p:cNvPr>
          <p:cNvCxnSpPr>
            <a:cxnSpLocks/>
          </p:cNvCxnSpPr>
          <p:nvPr/>
        </p:nvCxnSpPr>
        <p:spPr>
          <a:xfrm>
            <a:off x="3776292" y="2911548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2587C91-77AE-6523-0A40-BF98416F42C0}"/>
              </a:ext>
            </a:extLst>
          </p:cNvPr>
          <p:cNvCxnSpPr>
            <a:cxnSpLocks/>
          </p:cNvCxnSpPr>
          <p:nvPr/>
        </p:nvCxnSpPr>
        <p:spPr>
          <a:xfrm>
            <a:off x="5699369" y="3237398"/>
            <a:ext cx="0" cy="2297275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BCAF70-E706-9D35-5AA4-29FC70020FF0}"/>
              </a:ext>
            </a:extLst>
          </p:cNvPr>
          <p:cNvCxnSpPr>
            <a:cxnSpLocks/>
          </p:cNvCxnSpPr>
          <p:nvPr/>
        </p:nvCxnSpPr>
        <p:spPr>
          <a:xfrm>
            <a:off x="2959734" y="4098741"/>
            <a:ext cx="0" cy="1435932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ynatrace Logo, symbol, meaning, history, PNG, brand">
            <a:extLst>
              <a:ext uri="{FF2B5EF4-FFF2-40B4-BE49-F238E27FC236}">
                <a16:creationId xmlns:a16="http://schemas.microsoft.com/office/drawing/2014/main" id="{6AE19E55-7875-5EFB-E767-C408932D4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360" y="5300068"/>
            <a:ext cx="1846230" cy="10338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73EDC58-D856-1656-3838-5D3F490AC192}"/>
              </a:ext>
            </a:extLst>
          </p:cNvPr>
          <p:cNvSpPr/>
          <p:nvPr/>
        </p:nvSpPr>
        <p:spPr>
          <a:xfrm>
            <a:off x="7741007" y="2451853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text embedding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781B1D-9783-13A0-9816-D9F16E59E3D5}"/>
              </a:ext>
            </a:extLst>
          </p:cNvPr>
          <p:cNvSpPr/>
          <p:nvPr/>
        </p:nvSpPr>
        <p:spPr>
          <a:xfrm>
            <a:off x="6479571" y="2451853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conversational LLM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23BB94-FABE-32BE-A405-2EB85DA7990A}"/>
              </a:ext>
            </a:extLst>
          </p:cNvPr>
          <p:cNvSpPr/>
          <p:nvPr/>
        </p:nvSpPr>
        <p:spPr>
          <a:xfrm>
            <a:off x="10245942" y="2465489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Topic control guardrail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843FBF-DE02-ABED-4B9D-E0E455669B16}"/>
              </a:ext>
            </a:extLst>
          </p:cNvPr>
          <p:cNvSpPr/>
          <p:nvPr/>
        </p:nvSpPr>
        <p:spPr>
          <a:xfrm>
            <a:off x="8984506" y="2465489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content safety guardrail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903F45-FF44-F3B4-83C9-701442B07EFE}"/>
              </a:ext>
            </a:extLst>
          </p:cNvPr>
          <p:cNvSpPr/>
          <p:nvPr/>
        </p:nvSpPr>
        <p:spPr>
          <a:xfrm>
            <a:off x="335309" y="2344633"/>
            <a:ext cx="1345529" cy="9046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AI Native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Web Search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346C95B-F0BC-5A9F-F940-C16FB3F8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13" y="2746448"/>
            <a:ext cx="1219200" cy="4572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32C317-47A1-65BE-B109-29142E824CC4}"/>
              </a:ext>
            </a:extLst>
          </p:cNvPr>
          <p:cNvCxnSpPr>
            <a:cxnSpLocks/>
          </p:cNvCxnSpPr>
          <p:nvPr/>
        </p:nvCxnSpPr>
        <p:spPr>
          <a:xfrm>
            <a:off x="1680838" y="2872322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B929E73-7E4E-8966-35AE-69A5B01A0FBF}"/>
              </a:ext>
            </a:extLst>
          </p:cNvPr>
          <p:cNvCxnSpPr>
            <a:cxnSpLocks/>
          </p:cNvCxnSpPr>
          <p:nvPr/>
        </p:nvCxnSpPr>
        <p:spPr>
          <a:xfrm>
            <a:off x="3826564" y="2051831"/>
            <a:ext cx="407817" cy="229302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FD1E621A-54B9-4711-4308-BCBF90EC1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543" y="62364"/>
            <a:ext cx="2770858" cy="12402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2A310C3-3058-2BFD-FDE3-9D96BC4B0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389996"/>
            <a:ext cx="7772400" cy="407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68881"/>
      </p:ext>
    </p:extLst>
  </p:cSld>
  <p:clrMapOvr>
    <a:masterClrMapping/>
  </p:clrMapOvr>
</p:sld>
</file>

<file path=ppt/theme/theme1.xml><?xml version="1.0" encoding="utf-8"?>
<a:theme xmlns:a="http://schemas.openxmlformats.org/drawingml/2006/main" name="Basic Template (Light)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DT Flow">
      <a:majorFont>
        <a:latin typeface="DT Flow Extrabold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ctr">
        <a:normAutofit/>
      </a:bodyPr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60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2023_Dynatrace_PPT_Template" id="{C835A556-0DBF-7148-8D5E-A143A2ECB707}" vid="{6F86AE6F-4D12-9A4D-BD80-00C0DDC36B5F}"/>
    </a:ext>
  </a:extLst>
</a:theme>
</file>

<file path=ppt/theme/theme2.xml><?xml version="1.0" encoding="utf-8"?>
<a:theme xmlns:a="http://schemas.openxmlformats.org/drawingml/2006/main" name="5_Basic Template (Light)">
  <a:themeElements>
    <a:clrScheme name="Custom 1">
      <a:dk1>
        <a:srgbClr val="000614"/>
      </a:dk1>
      <a:lt1>
        <a:srgbClr val="FFFFFF"/>
      </a:lt1>
      <a:dk2>
        <a:srgbClr val="000614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Custom 1">
      <a:majorFont>
        <a:latin typeface="Bernina Sans Offc Extrabold"/>
        <a:ea typeface=""/>
        <a:cs typeface=""/>
      </a:majorFont>
      <a:minorFont>
        <a:latin typeface="Bernina Sans 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t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BAE1713_P23_TPLT_PPT_16x9_FINAL2" id="{59AAAB2C-2FE0-8248-A4D1-046C031D14D3}" vid="{FE4199E0-A167-2748-B5D0-4BE263B789F7}"/>
    </a:ext>
  </a:extLst>
</a:theme>
</file>

<file path=ppt/theme/theme3.xml><?xml version="1.0" encoding="utf-8"?>
<a:theme xmlns:a="http://schemas.openxmlformats.org/drawingml/2006/main" name="1_Basic Template (Light)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DT Flow">
      <a:majorFont>
        <a:latin typeface="DT Flow Extrabold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ctr">
        <a:normAutofit/>
      </a:bodyPr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60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2023_Dynatrace_PPT_Template" id="{C835A556-0DBF-7148-8D5E-A143A2ECB707}" vid="{6F86AE6F-4D12-9A4D-BD80-00C0DDC36B5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4D325D-0225-9848-B809-E2F56951D2CB}">
  <we:reference id="53c624bc-beeb-4b9d-a732-d4850792e7dc" version="1.5.0.0" store="EXCatalog" storeType="EXCatalog"/>
  <we:alternateReferences>
    <we:reference id="WA104381702" version="1.5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798844104574D86FE45F62F9347B2" ma:contentTypeVersion="16" ma:contentTypeDescription="Create a new document." ma:contentTypeScope="" ma:versionID="9cb55a712714d1741e85c8f51b8f3253">
  <xsd:schema xmlns:xsd="http://www.w3.org/2001/XMLSchema" xmlns:xs="http://www.w3.org/2001/XMLSchema" xmlns:p="http://schemas.microsoft.com/office/2006/metadata/properties" xmlns:ns2="b1d66cac-0227-4bac-b818-45bcd254d039" xmlns:ns3="4f5ac445-70f2-4beb-9aa8-db58c7734ff4" targetNamespace="http://schemas.microsoft.com/office/2006/metadata/properties" ma:root="true" ma:fieldsID="d543a7490a79db2bc406fa6b2f42521b" ns2:_="" ns3:_="">
    <xsd:import namespace="b1d66cac-0227-4bac-b818-45bcd254d039"/>
    <xsd:import namespace="4f5ac445-70f2-4beb-9aa8-db58c7734f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d66cac-0227-4bac-b818-45bcd254d0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bec0234-861b-4971-9076-d25aa62994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5ac445-70f2-4beb-9aa8-db58c7734ff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64e3a0ec-222f-4984-af87-15d8970785ad}" ma:internalName="TaxCatchAll" ma:showField="CatchAllData" ma:web="4f5ac445-70f2-4beb-9aa8-db58c7734f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d66cac-0227-4bac-b818-45bcd254d039">
      <Terms xmlns="http://schemas.microsoft.com/office/infopath/2007/PartnerControls"/>
    </lcf76f155ced4ddcb4097134ff3c332f>
    <TaxCatchAll xmlns="4f5ac445-70f2-4beb-9aa8-db58c7734ff4" xsi:nil="true"/>
    <SharedWithUsers xmlns="4f5ac445-70f2-4beb-9aa8-db58c7734ff4">
      <UserInfo>
        <DisplayName>Walker, Jessica</DisplayName>
        <AccountId>16</AccountId>
        <AccountType/>
      </UserInfo>
      <UserInfo>
        <DisplayName>Kozak, Colleen</DisplayName>
        <AccountId>5748</AccountId>
        <AccountType/>
      </UserInfo>
      <UserInfo>
        <DisplayName>Crandall, Emily</DisplayName>
        <AccountId>5336</AccountId>
        <AccountType/>
      </UserInfo>
      <UserInfo>
        <DisplayName>Umbach, Debbie</DisplayName>
        <AccountId>3838</AccountId>
        <AccountType/>
      </UserInfo>
      <UserInfo>
        <DisplayName>Sims, Josh</DisplayName>
        <AccountId>577</AccountId>
        <AccountType/>
      </UserInfo>
      <UserInfo>
        <DisplayName>Tollefson, Nina</DisplayName>
        <AccountId>576</AccountId>
        <AccountType/>
      </UserInfo>
      <UserInfo>
        <DisplayName>Aylmer, Jed</DisplayName>
        <AccountId>5263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518AF90-F3B8-4526-B361-BAA7B687E2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02E530-A22C-404E-9DAE-E94A6E09FCD1}">
  <ds:schemaRefs>
    <ds:schemaRef ds:uri="4f5ac445-70f2-4beb-9aa8-db58c7734ff4"/>
    <ds:schemaRef ds:uri="b1d66cac-0227-4bac-b818-45bcd254d0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46A0B6F-1829-4F9A-8C6E-D593B9F04751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b1d66cac-0227-4bac-b818-45bcd254d039"/>
    <ds:schemaRef ds:uri="http://schemas.microsoft.com/office/2006/metadata/properties"/>
    <ds:schemaRef ds:uri="4f5ac445-70f2-4beb-9aa8-db58c7734ff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96</Words>
  <Application>Microsoft Macintosh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Aptos</vt:lpstr>
      <vt:lpstr>Arial</vt:lpstr>
      <vt:lpstr>Bernina Sans Offc</vt:lpstr>
      <vt:lpstr>Bernina Sans Offc Extrabold</vt:lpstr>
      <vt:lpstr>Bernina Sans Offc Narrow</vt:lpstr>
      <vt:lpstr>DT Flow</vt:lpstr>
      <vt:lpstr>DT Flow Extrabold</vt:lpstr>
      <vt:lpstr>DT Flow Text V1.011</vt:lpstr>
      <vt:lpstr>Wingdings</vt:lpstr>
      <vt:lpstr>Basic Template (Light)</vt:lpstr>
      <vt:lpstr>5_Basic Template (Light)</vt:lpstr>
      <vt:lpstr>1_Basic Template (Light)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Sutton, Kiley</dc:creator>
  <cp:keywords/>
  <dc:description/>
  <cp:lastModifiedBy>Jahn, Rob</cp:lastModifiedBy>
  <cp:revision>31</cp:revision>
  <dcterms:created xsi:type="dcterms:W3CDTF">2023-03-23T16:41:44Z</dcterms:created>
  <dcterms:modified xsi:type="dcterms:W3CDTF">2026-10-02T10:55:16Z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0x010100109798844104574D86FE45F62F9347B2</vt:lpwstr>
  </property>
  <property fmtid="{D5CDD505-2E9C-101B-9397-08002B2CF9AE}" pid="3" name="MediaServiceImageTags">
    <vt:lpwstr/>
  </property>
</Properties>
</file>